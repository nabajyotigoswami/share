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0"/>
  </p:notesMasterIdLst>
  <p:sldIdLst>
    <p:sldId id="256" r:id="rId2"/>
    <p:sldId id="257" r:id="rId3"/>
    <p:sldId id="343" r:id="rId4"/>
    <p:sldId id="344"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58" r:id="rId24"/>
    <p:sldId id="278" r:id="rId25"/>
    <p:sldId id="279" r:id="rId26"/>
    <p:sldId id="280" r:id="rId27"/>
    <p:sldId id="281" r:id="rId28"/>
    <p:sldId id="288" r:id="rId29"/>
    <p:sldId id="282" r:id="rId30"/>
    <p:sldId id="283" r:id="rId31"/>
    <p:sldId id="284" r:id="rId32"/>
    <p:sldId id="290" r:id="rId33"/>
    <p:sldId id="289" r:id="rId34"/>
    <p:sldId id="291" r:id="rId35"/>
    <p:sldId id="293" r:id="rId36"/>
    <p:sldId id="286" r:id="rId37"/>
    <p:sldId id="287" r:id="rId38"/>
    <p:sldId id="294" r:id="rId39"/>
    <p:sldId id="295"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1" r:id="rId54"/>
    <p:sldId id="312" r:id="rId55"/>
    <p:sldId id="313" r:id="rId56"/>
    <p:sldId id="314" r:id="rId57"/>
    <p:sldId id="315" r:id="rId58"/>
    <p:sldId id="316" r:id="rId59"/>
    <p:sldId id="317" r:id="rId60"/>
    <p:sldId id="318" r:id="rId61"/>
    <p:sldId id="319" r:id="rId62"/>
    <p:sldId id="320" r:id="rId63"/>
    <p:sldId id="322" r:id="rId64"/>
    <p:sldId id="323" r:id="rId65"/>
    <p:sldId id="324" r:id="rId66"/>
    <p:sldId id="325" r:id="rId67"/>
    <p:sldId id="326" r:id="rId68"/>
    <p:sldId id="328" r:id="rId69"/>
    <p:sldId id="329" r:id="rId70"/>
    <p:sldId id="330" r:id="rId71"/>
    <p:sldId id="331" r:id="rId72"/>
    <p:sldId id="332" r:id="rId73"/>
    <p:sldId id="333" r:id="rId74"/>
    <p:sldId id="334" r:id="rId75"/>
    <p:sldId id="336" r:id="rId76"/>
    <p:sldId id="337" r:id="rId77"/>
    <p:sldId id="338" r:id="rId78"/>
    <p:sldId id="339" r:id="rId79"/>
    <p:sldId id="340" r:id="rId80"/>
    <p:sldId id="341" r:id="rId81"/>
    <p:sldId id="342" r:id="rId82"/>
    <p:sldId id="345" r:id="rId83"/>
    <p:sldId id="346" r:id="rId84"/>
    <p:sldId id="347" r:id="rId85"/>
    <p:sldId id="348" r:id="rId86"/>
    <p:sldId id="349" r:id="rId87"/>
    <p:sldId id="350" r:id="rId88"/>
    <p:sldId id="351" r:id="rId89"/>
    <p:sldId id="352" r:id="rId90"/>
    <p:sldId id="353" r:id="rId91"/>
    <p:sldId id="380" r:id="rId92"/>
    <p:sldId id="354" r:id="rId93"/>
    <p:sldId id="355" r:id="rId94"/>
    <p:sldId id="356" r:id="rId95"/>
    <p:sldId id="357" r:id="rId96"/>
    <p:sldId id="358" r:id="rId97"/>
    <p:sldId id="359" r:id="rId98"/>
    <p:sldId id="360" r:id="rId99"/>
    <p:sldId id="361" r:id="rId100"/>
    <p:sldId id="362" r:id="rId101"/>
    <p:sldId id="363" r:id="rId102"/>
    <p:sldId id="364" r:id="rId103"/>
    <p:sldId id="365" r:id="rId104"/>
    <p:sldId id="366" r:id="rId105"/>
    <p:sldId id="367" r:id="rId106"/>
    <p:sldId id="368" r:id="rId107"/>
    <p:sldId id="369" r:id="rId108"/>
    <p:sldId id="370" r:id="rId109"/>
    <p:sldId id="371" r:id="rId110"/>
    <p:sldId id="372" r:id="rId111"/>
    <p:sldId id="373" r:id="rId112"/>
    <p:sldId id="374" r:id="rId113"/>
    <p:sldId id="375" r:id="rId114"/>
    <p:sldId id="376" r:id="rId115"/>
    <p:sldId id="377" r:id="rId116"/>
    <p:sldId id="378" r:id="rId117"/>
    <p:sldId id="379" r:id="rId118"/>
    <p:sldId id="381" r:id="rId119"/>
  </p:sldIdLst>
  <p:sldSz cx="12558713" cy="6678613"/>
  <p:notesSz cx="6858000" cy="9144000"/>
  <p:defaultTextStyle>
    <a:defPPr>
      <a:defRPr lang="en-US"/>
    </a:defPPr>
    <a:lvl1pPr marL="0" algn="l" defTabSz="914264" rtl="0" eaLnBrk="1" latinLnBrk="0" hangingPunct="1">
      <a:defRPr sz="1800" kern="1200">
        <a:solidFill>
          <a:schemeClr val="tx1"/>
        </a:solidFill>
        <a:latin typeface="+mn-lt"/>
        <a:ea typeface="+mn-ea"/>
        <a:cs typeface="+mn-cs"/>
      </a:defRPr>
    </a:lvl1pPr>
    <a:lvl2pPr marL="457132" algn="l" defTabSz="914264" rtl="0" eaLnBrk="1" latinLnBrk="0" hangingPunct="1">
      <a:defRPr sz="1800" kern="1200">
        <a:solidFill>
          <a:schemeClr val="tx1"/>
        </a:solidFill>
        <a:latin typeface="+mn-lt"/>
        <a:ea typeface="+mn-ea"/>
        <a:cs typeface="+mn-cs"/>
      </a:defRPr>
    </a:lvl2pPr>
    <a:lvl3pPr marL="914264" algn="l" defTabSz="914264" rtl="0" eaLnBrk="1" latinLnBrk="0" hangingPunct="1">
      <a:defRPr sz="1800" kern="1200">
        <a:solidFill>
          <a:schemeClr val="tx1"/>
        </a:solidFill>
        <a:latin typeface="+mn-lt"/>
        <a:ea typeface="+mn-ea"/>
        <a:cs typeface="+mn-cs"/>
      </a:defRPr>
    </a:lvl3pPr>
    <a:lvl4pPr marL="1371396" algn="l" defTabSz="914264" rtl="0" eaLnBrk="1" latinLnBrk="0" hangingPunct="1">
      <a:defRPr sz="1800" kern="1200">
        <a:solidFill>
          <a:schemeClr val="tx1"/>
        </a:solidFill>
        <a:latin typeface="+mn-lt"/>
        <a:ea typeface="+mn-ea"/>
        <a:cs typeface="+mn-cs"/>
      </a:defRPr>
    </a:lvl4pPr>
    <a:lvl5pPr marL="1828528" algn="l" defTabSz="914264" rtl="0" eaLnBrk="1" latinLnBrk="0" hangingPunct="1">
      <a:defRPr sz="1800" kern="1200">
        <a:solidFill>
          <a:schemeClr val="tx1"/>
        </a:solidFill>
        <a:latin typeface="+mn-lt"/>
        <a:ea typeface="+mn-ea"/>
        <a:cs typeface="+mn-cs"/>
      </a:defRPr>
    </a:lvl5pPr>
    <a:lvl6pPr marL="2285660" algn="l" defTabSz="914264" rtl="0" eaLnBrk="1" latinLnBrk="0" hangingPunct="1">
      <a:defRPr sz="1800" kern="1200">
        <a:solidFill>
          <a:schemeClr val="tx1"/>
        </a:solidFill>
        <a:latin typeface="+mn-lt"/>
        <a:ea typeface="+mn-ea"/>
        <a:cs typeface="+mn-cs"/>
      </a:defRPr>
    </a:lvl6pPr>
    <a:lvl7pPr marL="2742792" algn="l" defTabSz="914264" rtl="0" eaLnBrk="1" latinLnBrk="0" hangingPunct="1">
      <a:defRPr sz="1800" kern="1200">
        <a:solidFill>
          <a:schemeClr val="tx1"/>
        </a:solidFill>
        <a:latin typeface="+mn-lt"/>
        <a:ea typeface="+mn-ea"/>
        <a:cs typeface="+mn-cs"/>
      </a:defRPr>
    </a:lvl7pPr>
    <a:lvl8pPr marL="3199924" algn="l" defTabSz="914264" rtl="0" eaLnBrk="1" latinLnBrk="0" hangingPunct="1">
      <a:defRPr sz="1800" kern="1200">
        <a:solidFill>
          <a:schemeClr val="tx1"/>
        </a:solidFill>
        <a:latin typeface="+mn-lt"/>
        <a:ea typeface="+mn-ea"/>
        <a:cs typeface="+mn-cs"/>
      </a:defRPr>
    </a:lvl8pPr>
    <a:lvl9pPr marL="3657056" algn="l" defTabSz="91426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4">
          <p15:clr>
            <a:srgbClr val="A4A3A4"/>
          </p15:clr>
        </p15:guide>
        <p15:guide id="2" pos="39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756" y="396"/>
      </p:cViewPr>
      <p:guideLst>
        <p:guide orient="horz" pos="2104"/>
        <p:guide pos="395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dgm:t>
        <a:bodyPr/>
        <a:lstStyle/>
        <a:p>
          <a:r>
            <a:rPr lang="en-IN" dirty="0"/>
            <a:t>File</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dgm:t>
        <a:bodyPr/>
        <a:lstStyle/>
        <a:p>
          <a:r>
            <a:rPr lang="en-IN" dirty="0"/>
            <a:t>Read Molecule</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dgm:t>
        <a:bodyPr/>
        <a:lstStyle/>
        <a:p>
          <a:r>
            <a:rPr lang="en-IN" dirty="0"/>
            <a:t>Open the PDB file</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175328">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171172">
        <dgm:presLayoutVars>
          <dgm:chMax val="0"/>
          <dgm:chPref val="0"/>
          <dgm:bulletEnabled val="1"/>
        </dgm:presLayoutVars>
      </dgm:prSet>
      <dgm:spPr/>
    </dgm:pt>
  </dgm:ptLst>
  <dgm:cxnLst>
    <dgm:cxn modelId="{ED2DFE0D-D643-4923-AC9C-D151D0B95C17}" type="presOf" srcId="{F7E2FAF2-6DEB-450A-9E2A-FD46A15F4DD4}" destId="{A125C971-CCF1-4480-9298-51EE78F9C1CD}" srcOrd="0" destOrd="0" presId="urn:microsoft.com/office/officeart/2005/8/layout/chevron1"/>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21984844-17E4-4E0F-9E36-D0B3E940A6EC}" type="presOf" srcId="{F7155CCA-9088-46CD-A683-9FDA2E0B2120}" destId="{40D93799-DB8B-4098-95C1-1CC5C4F3094E}" srcOrd="0" destOrd="0" presId="urn:microsoft.com/office/officeart/2005/8/layout/chevron1"/>
    <dgm:cxn modelId="{A3782A4D-0B84-4CB9-ABD4-02ACE2477F4A}" type="presOf" srcId="{03631A11-5AB7-481F-B5FC-2AF27E924574}" destId="{ED7F3690-F486-4797-B1F4-38884E851DD5}"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416C2AF5-A08F-4E08-8A0B-16BDCD68546E}" type="presOf" srcId="{ADFAC8AC-DC37-4740-8051-81DD09B8D567}" destId="{12D38AC5-8BCB-4BD9-8370-447991F3D3CD}" srcOrd="0" destOrd="0" presId="urn:microsoft.com/office/officeart/2005/8/layout/chevron1"/>
    <dgm:cxn modelId="{28432CCE-377F-42A1-AB99-D14329AF1323}" type="presParOf" srcId="{A125C971-CCF1-4480-9298-51EE78F9C1CD}" destId="{40D93799-DB8B-4098-95C1-1CC5C4F3094E}" srcOrd="0" destOrd="0" presId="urn:microsoft.com/office/officeart/2005/8/layout/chevron1"/>
    <dgm:cxn modelId="{60A10BF9-12E5-41B8-9D58-0F8209629BB9}" type="presParOf" srcId="{A125C971-CCF1-4480-9298-51EE78F9C1CD}" destId="{233912F6-4735-4AA7-85C4-5ADFBA589B27}" srcOrd="1" destOrd="0" presId="urn:microsoft.com/office/officeart/2005/8/layout/chevron1"/>
    <dgm:cxn modelId="{C89E784C-8EC9-443A-9559-33DE1641A2E2}" type="presParOf" srcId="{A125C971-CCF1-4480-9298-51EE78F9C1CD}" destId="{ED7F3690-F486-4797-B1F4-38884E851DD5}" srcOrd="2" destOrd="0" presId="urn:microsoft.com/office/officeart/2005/8/layout/chevron1"/>
    <dgm:cxn modelId="{55CB4EB4-D5FB-49E7-936D-FB40054BAA20}" type="presParOf" srcId="{A125C971-CCF1-4480-9298-51EE78F9C1CD}" destId="{C3D3620F-5765-4C09-896F-CBBBDA53EBD2}" srcOrd="3" destOrd="0" presId="urn:microsoft.com/office/officeart/2005/8/layout/chevron1"/>
    <dgm:cxn modelId="{8329CD00-0FBC-4509-AF23-4D6FEF323771}"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dgm:t>
        <a:bodyPr/>
        <a:lstStyle/>
        <a:p>
          <a:r>
            <a:rPr lang="en-IN" b="1" dirty="0"/>
            <a:t>Edit</a:t>
          </a:r>
        </a:p>
      </dgm:t>
    </dgm:pt>
    <dgm:pt modelId="{318EA335-DE7A-44F9-9732-68B1FC5890C4}" type="parTrans" cxnId="{A78DC030-8504-45A7-9B35-6184C07C3A9D}">
      <dgm:prSet/>
      <dgm:spPr/>
      <dgm:t>
        <a:bodyPr/>
        <a:lstStyle/>
        <a:p>
          <a:endParaRPr lang="en-IN" b="1"/>
        </a:p>
      </dgm:t>
    </dgm:pt>
    <dgm:pt modelId="{09C3836C-3C5E-43AC-8D86-EB3D673D9A35}" type="sibTrans" cxnId="{A78DC030-8504-45A7-9B35-6184C07C3A9D}">
      <dgm:prSet/>
      <dgm:spPr/>
      <dgm:t>
        <a:bodyPr/>
        <a:lstStyle/>
        <a:p>
          <a:endParaRPr lang="en-IN" b="1"/>
        </a:p>
      </dgm:t>
    </dgm:pt>
    <dgm:pt modelId="{03631A11-5AB7-481F-B5FC-2AF27E924574}">
      <dgm:prSet phldrT="[Text]"/>
      <dgm:spPr/>
      <dgm:t>
        <a:bodyPr/>
        <a:lstStyle/>
        <a:p>
          <a:r>
            <a:rPr lang="en-IN" b="1" dirty="0" err="1"/>
            <a:t>Hydrogens</a:t>
          </a:r>
          <a:endParaRPr lang="en-IN" b="1" dirty="0"/>
        </a:p>
      </dgm:t>
    </dgm:pt>
    <dgm:pt modelId="{20B01CA6-DAF5-4D1D-9AB7-3A8C04C54983}" type="parTrans" cxnId="{4AD5A5A4-707E-46DE-A062-51C387F63CDB}">
      <dgm:prSet/>
      <dgm:spPr/>
      <dgm:t>
        <a:bodyPr/>
        <a:lstStyle/>
        <a:p>
          <a:endParaRPr lang="en-IN" b="1"/>
        </a:p>
      </dgm:t>
    </dgm:pt>
    <dgm:pt modelId="{E6A0B372-E460-480E-90E6-3700F69FEA26}" type="sibTrans" cxnId="{4AD5A5A4-707E-46DE-A062-51C387F63CDB}">
      <dgm:prSet/>
      <dgm:spPr/>
      <dgm:t>
        <a:bodyPr/>
        <a:lstStyle/>
        <a:p>
          <a:endParaRPr lang="en-IN" b="1"/>
        </a:p>
      </dgm:t>
    </dgm:pt>
    <dgm:pt modelId="{ADFAC8AC-DC37-4740-8051-81DD09B8D567}">
      <dgm:prSet phldrT="[Text]"/>
      <dgm:spPr/>
      <dgm:t>
        <a:bodyPr/>
        <a:lstStyle/>
        <a:p>
          <a:r>
            <a:rPr lang="en-IN" b="1" dirty="0"/>
            <a:t>Add </a:t>
          </a:r>
        </a:p>
      </dgm:t>
    </dgm:pt>
    <dgm:pt modelId="{4DABECD0-C1AA-47CF-A6DE-7C7D17F336EE}" type="parTrans" cxnId="{D737D721-8707-4599-83AB-6CBAA34638A3}">
      <dgm:prSet/>
      <dgm:spPr/>
      <dgm:t>
        <a:bodyPr/>
        <a:lstStyle/>
        <a:p>
          <a:endParaRPr lang="en-IN" b="1"/>
        </a:p>
      </dgm:t>
    </dgm:pt>
    <dgm:pt modelId="{B32A2DC0-8260-4BB3-8B4A-EE5938CC0421}" type="sibTrans" cxnId="{D737D721-8707-4599-83AB-6CBAA34638A3}">
      <dgm:prSet/>
      <dgm:spPr/>
      <dgm:t>
        <a:bodyPr/>
        <a:lstStyle/>
        <a:p>
          <a:endParaRPr lang="en-IN" b="1"/>
        </a:p>
      </dgm:t>
    </dgm:pt>
    <dgm:pt modelId="{8AD200ED-0A26-4146-81E2-D83A1C0C183A}">
      <dgm:prSet phldrT="[Text]"/>
      <dgm:spPr/>
      <dgm:t>
        <a:bodyPr/>
        <a:lstStyle/>
        <a:p>
          <a:r>
            <a:rPr lang="en-IN" b="1" dirty="0"/>
            <a:t>OK</a:t>
          </a:r>
        </a:p>
      </dgm:t>
    </dgm:pt>
    <dgm:pt modelId="{BE30A9D7-3C52-41E0-BF25-84E24DE49C9D}" type="parTrans" cxnId="{850061F9-2E50-4B6E-944E-5351681D19FF}">
      <dgm:prSet/>
      <dgm:spPr/>
      <dgm:t>
        <a:bodyPr/>
        <a:lstStyle/>
        <a:p>
          <a:endParaRPr lang="en-IN" b="1"/>
        </a:p>
      </dgm:t>
    </dgm:pt>
    <dgm:pt modelId="{EC01AE3E-A77F-4983-97E2-D46561403F7D}" type="sibTrans" cxnId="{850061F9-2E50-4B6E-944E-5351681D19FF}">
      <dgm:prSet/>
      <dgm:spPr/>
      <dgm:t>
        <a:bodyPr/>
        <a:lstStyle/>
        <a:p>
          <a:endParaRPr lang="en-IN" b="1"/>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4">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4">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4">
        <dgm:presLayoutVars>
          <dgm:chMax val="0"/>
          <dgm:chPref val="0"/>
          <dgm:bulletEnabled val="1"/>
        </dgm:presLayoutVars>
      </dgm:prSet>
      <dgm:spPr/>
    </dgm:pt>
    <dgm:pt modelId="{47418B62-BEE0-4A50-9B60-AE6556FE507C}" type="pres">
      <dgm:prSet presAssocID="{B32A2DC0-8260-4BB3-8B4A-EE5938CC0421}" presName="parTxOnlySpace" presStyleCnt="0"/>
      <dgm:spPr/>
    </dgm:pt>
    <dgm:pt modelId="{0828A38F-303A-4D35-B3A8-00EC077BF566}" type="pres">
      <dgm:prSet presAssocID="{8AD200ED-0A26-4146-81E2-D83A1C0C183A}" presName="parTxOnly" presStyleLbl="node1" presStyleIdx="3" presStyleCnt="4">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E44D4C39-D68F-44A4-8FFB-D44BB88A4CC0}" type="presOf" srcId="{8AD200ED-0A26-4146-81E2-D83A1C0C183A}" destId="{0828A38F-303A-4D35-B3A8-00EC077BF566}" srcOrd="0" destOrd="0" presId="urn:microsoft.com/office/officeart/2005/8/layout/chevron1"/>
    <dgm:cxn modelId="{446F883E-AC62-4672-946A-7A6B842FBC63}" type="presOf" srcId="{ADFAC8AC-DC37-4740-8051-81DD09B8D567}" destId="{12D38AC5-8BCB-4BD9-8370-447991F3D3CD}" srcOrd="0" destOrd="0" presId="urn:microsoft.com/office/officeart/2005/8/layout/chevron1"/>
    <dgm:cxn modelId="{EA726F8E-2215-4764-9DA7-5AFBCFE9F423}" type="presOf" srcId="{F7E2FAF2-6DEB-450A-9E2A-FD46A15F4DD4}" destId="{A125C971-CCF1-4480-9298-51EE78F9C1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F7599CDE-84C1-4F91-9055-358DF176FC05}" type="presOf" srcId="{F7155CCA-9088-46CD-A683-9FDA2E0B2120}" destId="{40D93799-DB8B-4098-95C1-1CC5C4F3094E}" srcOrd="0" destOrd="0" presId="urn:microsoft.com/office/officeart/2005/8/layout/chevron1"/>
    <dgm:cxn modelId="{171ED3E2-75CB-47F6-A5C9-E744D7C4BD3C}" type="presOf" srcId="{03631A11-5AB7-481F-B5FC-2AF27E924574}" destId="{ED7F3690-F486-4797-B1F4-38884E851DD5}" srcOrd="0" destOrd="0" presId="urn:microsoft.com/office/officeart/2005/8/layout/chevron1"/>
    <dgm:cxn modelId="{850061F9-2E50-4B6E-944E-5351681D19FF}" srcId="{F7E2FAF2-6DEB-450A-9E2A-FD46A15F4DD4}" destId="{8AD200ED-0A26-4146-81E2-D83A1C0C183A}" srcOrd="3" destOrd="0" parTransId="{BE30A9D7-3C52-41E0-BF25-84E24DE49C9D}" sibTransId="{EC01AE3E-A77F-4983-97E2-D46561403F7D}"/>
    <dgm:cxn modelId="{196705CD-F993-4FA7-ADEB-CEBA4EBBA598}" type="presParOf" srcId="{A125C971-CCF1-4480-9298-51EE78F9C1CD}" destId="{40D93799-DB8B-4098-95C1-1CC5C4F3094E}" srcOrd="0" destOrd="0" presId="urn:microsoft.com/office/officeart/2005/8/layout/chevron1"/>
    <dgm:cxn modelId="{336C0648-95E2-49E2-9B91-CC69587FA3A6}" type="presParOf" srcId="{A125C971-CCF1-4480-9298-51EE78F9C1CD}" destId="{233912F6-4735-4AA7-85C4-5ADFBA589B27}" srcOrd="1" destOrd="0" presId="urn:microsoft.com/office/officeart/2005/8/layout/chevron1"/>
    <dgm:cxn modelId="{8550CEB7-30FB-4386-8114-FF9B857DE2D6}" type="presParOf" srcId="{A125C971-CCF1-4480-9298-51EE78F9C1CD}" destId="{ED7F3690-F486-4797-B1F4-38884E851DD5}" srcOrd="2" destOrd="0" presId="urn:microsoft.com/office/officeart/2005/8/layout/chevron1"/>
    <dgm:cxn modelId="{054D5A9E-CBDB-4480-8490-71EB29C7F8F8}" type="presParOf" srcId="{A125C971-CCF1-4480-9298-51EE78F9C1CD}" destId="{C3D3620F-5765-4C09-896F-CBBBDA53EBD2}" srcOrd="3" destOrd="0" presId="urn:microsoft.com/office/officeart/2005/8/layout/chevron1"/>
    <dgm:cxn modelId="{80097FB5-2192-44EA-8ED4-6E9571690EFD}" type="presParOf" srcId="{A125C971-CCF1-4480-9298-51EE78F9C1CD}" destId="{12D38AC5-8BCB-4BD9-8370-447991F3D3CD}" srcOrd="4" destOrd="0" presId="urn:microsoft.com/office/officeart/2005/8/layout/chevron1"/>
    <dgm:cxn modelId="{1F1D4DEB-F2D0-4FBD-8748-A7BD50E55393}" type="presParOf" srcId="{A125C971-CCF1-4480-9298-51EE78F9C1CD}" destId="{47418B62-BEE0-4A50-9B60-AE6556FE507C}" srcOrd="5" destOrd="0" presId="urn:microsoft.com/office/officeart/2005/8/layout/chevron1"/>
    <dgm:cxn modelId="{0BDAB49F-0DEC-4F1F-B6DA-2B8E0680C2EC}" type="presParOf" srcId="{A125C971-CCF1-4480-9298-51EE78F9C1CD}" destId="{0828A38F-303A-4D35-B3A8-00EC077BF566}"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a:solidFill>
          <a:schemeClr val="tx1"/>
        </a:solidFill>
      </dgm:spPr>
      <dgm:t>
        <a:bodyPr/>
        <a:lstStyle/>
        <a:p>
          <a:r>
            <a:rPr lang="en-IN" b="1" dirty="0"/>
            <a:t>Edit</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a:solidFill>
          <a:schemeClr val="tx1"/>
        </a:solidFill>
      </dgm:spPr>
      <dgm:t>
        <a:bodyPr/>
        <a:lstStyle/>
        <a:p>
          <a:r>
            <a:rPr lang="en-IN" b="1" dirty="0"/>
            <a:t>Charges</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a:solidFill>
          <a:schemeClr val="tx1"/>
        </a:solidFill>
      </dgm:spPr>
      <dgm:t>
        <a:bodyPr/>
        <a:lstStyle/>
        <a:p>
          <a:r>
            <a:rPr lang="en-IN" b="1" dirty="0"/>
            <a:t>Compute </a:t>
          </a:r>
          <a:r>
            <a:rPr lang="en-IN" b="1" dirty="0" err="1"/>
            <a:t>Gasteiger</a:t>
          </a:r>
          <a:r>
            <a:rPr lang="en-IN" b="1" dirty="0"/>
            <a:t> Charges</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8AD200ED-0A26-4146-81E2-D83A1C0C183A}">
      <dgm:prSet phldrT="[Text]"/>
      <dgm:spPr>
        <a:solidFill>
          <a:schemeClr val="tx1"/>
        </a:solidFill>
      </dgm:spPr>
      <dgm:t>
        <a:bodyPr/>
        <a:lstStyle/>
        <a:p>
          <a:r>
            <a:rPr lang="en-IN" b="1" dirty="0"/>
            <a:t>OK</a:t>
          </a:r>
        </a:p>
      </dgm:t>
    </dgm:pt>
    <dgm:pt modelId="{BE30A9D7-3C52-41E0-BF25-84E24DE49C9D}" type="parTrans" cxnId="{850061F9-2E50-4B6E-944E-5351681D19FF}">
      <dgm:prSet/>
      <dgm:spPr/>
      <dgm:t>
        <a:bodyPr/>
        <a:lstStyle/>
        <a:p>
          <a:endParaRPr lang="en-IN"/>
        </a:p>
      </dgm:t>
    </dgm:pt>
    <dgm:pt modelId="{EC01AE3E-A77F-4983-97E2-D46561403F7D}" type="sibTrans" cxnId="{850061F9-2E50-4B6E-944E-5351681D19FF}">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4">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4">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4" custScaleX="170577">
        <dgm:presLayoutVars>
          <dgm:chMax val="0"/>
          <dgm:chPref val="0"/>
          <dgm:bulletEnabled val="1"/>
        </dgm:presLayoutVars>
      </dgm:prSet>
      <dgm:spPr/>
    </dgm:pt>
    <dgm:pt modelId="{47418B62-BEE0-4A50-9B60-AE6556FE507C}" type="pres">
      <dgm:prSet presAssocID="{B32A2DC0-8260-4BB3-8B4A-EE5938CC0421}" presName="parTxOnlySpace" presStyleCnt="0"/>
      <dgm:spPr/>
    </dgm:pt>
    <dgm:pt modelId="{0828A38F-303A-4D35-B3A8-00EC077BF566}" type="pres">
      <dgm:prSet presAssocID="{8AD200ED-0A26-4146-81E2-D83A1C0C183A}" presName="parTxOnly" presStyleLbl="node1" presStyleIdx="3" presStyleCnt="4" custScaleX="57558">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594F036B-9B70-45DD-A214-09A5EEBCD5F0}" type="presOf" srcId="{03631A11-5AB7-481F-B5FC-2AF27E924574}" destId="{ED7F3690-F486-4797-B1F4-38884E851DD5}" srcOrd="0" destOrd="0" presId="urn:microsoft.com/office/officeart/2005/8/layout/chevron1"/>
    <dgm:cxn modelId="{11F2564B-035D-4910-8ABE-04485A702D69}" type="presOf" srcId="{F7155CCA-9088-46CD-A683-9FDA2E0B2120}" destId="{40D93799-DB8B-4098-95C1-1CC5C4F3094E}" srcOrd="0" destOrd="0" presId="urn:microsoft.com/office/officeart/2005/8/layout/chevron1"/>
    <dgm:cxn modelId="{BA4B006D-6258-4BDA-B530-9E50FFCC69FD}" type="presOf" srcId="{F7E2FAF2-6DEB-450A-9E2A-FD46A15F4DD4}" destId="{A125C971-CCF1-4480-9298-51EE78F9C1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B3497BD1-99FF-4A8B-8B3D-D5424A51FAD0}" type="presOf" srcId="{ADFAC8AC-DC37-4740-8051-81DD09B8D567}" destId="{12D38AC5-8BCB-4BD9-8370-447991F3D3CD}" srcOrd="0" destOrd="0" presId="urn:microsoft.com/office/officeart/2005/8/layout/chevron1"/>
    <dgm:cxn modelId="{C41B1ADC-52D1-43CA-84FE-7AD6AF643642}" type="presOf" srcId="{8AD200ED-0A26-4146-81E2-D83A1C0C183A}" destId="{0828A38F-303A-4D35-B3A8-00EC077BF566}" srcOrd="0" destOrd="0" presId="urn:microsoft.com/office/officeart/2005/8/layout/chevron1"/>
    <dgm:cxn modelId="{850061F9-2E50-4B6E-944E-5351681D19FF}" srcId="{F7E2FAF2-6DEB-450A-9E2A-FD46A15F4DD4}" destId="{8AD200ED-0A26-4146-81E2-D83A1C0C183A}" srcOrd="3" destOrd="0" parTransId="{BE30A9D7-3C52-41E0-BF25-84E24DE49C9D}" sibTransId="{EC01AE3E-A77F-4983-97E2-D46561403F7D}"/>
    <dgm:cxn modelId="{3A6143EA-B446-4105-96CB-707087D35704}" type="presParOf" srcId="{A125C971-CCF1-4480-9298-51EE78F9C1CD}" destId="{40D93799-DB8B-4098-95C1-1CC5C4F3094E}" srcOrd="0" destOrd="0" presId="urn:microsoft.com/office/officeart/2005/8/layout/chevron1"/>
    <dgm:cxn modelId="{D6ABAD14-A2FC-49D5-BF1A-0C9BBBF10DE8}" type="presParOf" srcId="{A125C971-CCF1-4480-9298-51EE78F9C1CD}" destId="{233912F6-4735-4AA7-85C4-5ADFBA589B27}" srcOrd="1" destOrd="0" presId="urn:microsoft.com/office/officeart/2005/8/layout/chevron1"/>
    <dgm:cxn modelId="{DF39BAC0-D5A1-4D44-9F40-C372B4FF5918}" type="presParOf" srcId="{A125C971-CCF1-4480-9298-51EE78F9C1CD}" destId="{ED7F3690-F486-4797-B1F4-38884E851DD5}" srcOrd="2" destOrd="0" presId="urn:microsoft.com/office/officeart/2005/8/layout/chevron1"/>
    <dgm:cxn modelId="{886C15E5-C118-4475-9F55-227A5930FC71}" type="presParOf" srcId="{A125C971-CCF1-4480-9298-51EE78F9C1CD}" destId="{C3D3620F-5765-4C09-896F-CBBBDA53EBD2}" srcOrd="3" destOrd="0" presId="urn:microsoft.com/office/officeart/2005/8/layout/chevron1"/>
    <dgm:cxn modelId="{3325A466-2068-4B23-B9F0-11B299AFC942}" type="presParOf" srcId="{A125C971-CCF1-4480-9298-51EE78F9C1CD}" destId="{12D38AC5-8BCB-4BD9-8370-447991F3D3CD}" srcOrd="4" destOrd="0" presId="urn:microsoft.com/office/officeart/2005/8/layout/chevron1"/>
    <dgm:cxn modelId="{CC5C638D-9799-4AF3-A699-AB9936F60D5C}" type="presParOf" srcId="{A125C971-CCF1-4480-9298-51EE78F9C1CD}" destId="{47418B62-BEE0-4A50-9B60-AE6556FE507C}" srcOrd="5" destOrd="0" presId="urn:microsoft.com/office/officeart/2005/8/layout/chevron1"/>
    <dgm:cxn modelId="{64581BB7-8B30-4B6F-B3AA-12FC2EC35C04}" type="presParOf" srcId="{A125C971-CCF1-4480-9298-51EE78F9C1CD}" destId="{0828A38F-303A-4D35-B3A8-00EC077BF566}"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a:solidFill>
          <a:schemeClr val="tx1"/>
        </a:solidFill>
      </dgm:spPr>
      <dgm:t>
        <a:bodyPr/>
        <a:lstStyle/>
        <a:p>
          <a:r>
            <a:rPr lang="en-IN" b="1" dirty="0"/>
            <a:t>Edit</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a:solidFill>
          <a:schemeClr val="tx1"/>
        </a:solidFill>
      </dgm:spPr>
      <dgm:t>
        <a:bodyPr/>
        <a:lstStyle/>
        <a:p>
          <a:r>
            <a:rPr lang="en-IN" b="1" dirty="0"/>
            <a:t>Charges</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a:solidFill>
          <a:schemeClr val="tx1"/>
        </a:solidFill>
      </dgm:spPr>
      <dgm:t>
        <a:bodyPr/>
        <a:lstStyle/>
        <a:p>
          <a:r>
            <a:rPr lang="en-IN" b="1" dirty="0"/>
            <a:t>Add </a:t>
          </a:r>
          <a:r>
            <a:rPr lang="en-IN" b="1" dirty="0" err="1"/>
            <a:t>Kollman</a:t>
          </a:r>
          <a:r>
            <a:rPr lang="en-IN" b="1" dirty="0"/>
            <a:t> Charges</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8AD200ED-0A26-4146-81E2-D83A1C0C183A}">
      <dgm:prSet phldrT="[Text]"/>
      <dgm:spPr>
        <a:solidFill>
          <a:schemeClr val="tx1"/>
        </a:solidFill>
      </dgm:spPr>
      <dgm:t>
        <a:bodyPr/>
        <a:lstStyle/>
        <a:p>
          <a:r>
            <a:rPr lang="en-IN" b="1" dirty="0"/>
            <a:t>OK</a:t>
          </a:r>
        </a:p>
      </dgm:t>
    </dgm:pt>
    <dgm:pt modelId="{BE30A9D7-3C52-41E0-BF25-84E24DE49C9D}" type="parTrans" cxnId="{850061F9-2E50-4B6E-944E-5351681D19FF}">
      <dgm:prSet/>
      <dgm:spPr/>
      <dgm:t>
        <a:bodyPr/>
        <a:lstStyle/>
        <a:p>
          <a:endParaRPr lang="en-IN"/>
        </a:p>
      </dgm:t>
    </dgm:pt>
    <dgm:pt modelId="{EC01AE3E-A77F-4983-97E2-D46561403F7D}" type="sibTrans" cxnId="{850061F9-2E50-4B6E-944E-5351681D19FF}">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4">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4">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4" custScaleX="170577" custLinFactNeighborY="313">
        <dgm:presLayoutVars>
          <dgm:chMax val="0"/>
          <dgm:chPref val="0"/>
          <dgm:bulletEnabled val="1"/>
        </dgm:presLayoutVars>
      </dgm:prSet>
      <dgm:spPr/>
    </dgm:pt>
    <dgm:pt modelId="{47418B62-BEE0-4A50-9B60-AE6556FE507C}" type="pres">
      <dgm:prSet presAssocID="{B32A2DC0-8260-4BB3-8B4A-EE5938CC0421}" presName="parTxOnlySpace" presStyleCnt="0"/>
      <dgm:spPr/>
    </dgm:pt>
    <dgm:pt modelId="{0828A38F-303A-4D35-B3A8-00EC077BF566}" type="pres">
      <dgm:prSet presAssocID="{8AD200ED-0A26-4146-81E2-D83A1C0C183A}" presName="parTxOnly" presStyleLbl="node1" presStyleIdx="3" presStyleCnt="4" custScaleX="57558">
        <dgm:presLayoutVars>
          <dgm:chMax val="0"/>
          <dgm:chPref val="0"/>
          <dgm:bulletEnabled val="1"/>
        </dgm:presLayoutVars>
      </dgm:prSet>
      <dgm:spPr/>
    </dgm:pt>
  </dgm:ptLst>
  <dgm:cxnLst>
    <dgm:cxn modelId="{7DCCFB14-1263-4046-98BD-5A731DAE3431}" type="presOf" srcId="{8AD200ED-0A26-4146-81E2-D83A1C0C183A}" destId="{0828A38F-303A-4D35-B3A8-00EC077BF566}" srcOrd="0" destOrd="0" presId="urn:microsoft.com/office/officeart/2005/8/layout/chevron1"/>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6C165D37-EF41-49AF-901B-F9D884736109}" type="presOf" srcId="{F7E2FAF2-6DEB-450A-9E2A-FD46A15F4DD4}" destId="{A125C971-CCF1-4480-9298-51EE78F9C1CD}" srcOrd="0" destOrd="0" presId="urn:microsoft.com/office/officeart/2005/8/layout/chevron1"/>
    <dgm:cxn modelId="{07434F5D-BDB4-4C18-9EA7-74FE5490E007}" type="presOf" srcId="{03631A11-5AB7-481F-B5FC-2AF27E924574}" destId="{ED7F3690-F486-4797-B1F4-38884E851DD5}" srcOrd="0" destOrd="0" presId="urn:microsoft.com/office/officeart/2005/8/layout/chevron1"/>
    <dgm:cxn modelId="{6929D14D-3466-411C-BFD1-52C241B157B3}" type="presOf" srcId="{ADFAC8AC-DC37-4740-8051-81DD09B8D567}" destId="{12D38AC5-8BCB-4BD9-8370-447991F3D3CD}" srcOrd="0" destOrd="0" presId="urn:microsoft.com/office/officeart/2005/8/layout/chevron1"/>
    <dgm:cxn modelId="{BB10497D-1BA7-4AEC-A513-D880199C85C5}" type="presOf" srcId="{F7155CCA-9088-46CD-A683-9FDA2E0B2120}" destId="{40D93799-DB8B-4098-95C1-1CC5C4F3094E}"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850061F9-2E50-4B6E-944E-5351681D19FF}" srcId="{F7E2FAF2-6DEB-450A-9E2A-FD46A15F4DD4}" destId="{8AD200ED-0A26-4146-81E2-D83A1C0C183A}" srcOrd="3" destOrd="0" parTransId="{BE30A9D7-3C52-41E0-BF25-84E24DE49C9D}" sibTransId="{EC01AE3E-A77F-4983-97E2-D46561403F7D}"/>
    <dgm:cxn modelId="{B067FA13-4288-430B-BDE5-0617569EEA4A}" type="presParOf" srcId="{A125C971-CCF1-4480-9298-51EE78F9C1CD}" destId="{40D93799-DB8B-4098-95C1-1CC5C4F3094E}" srcOrd="0" destOrd="0" presId="urn:microsoft.com/office/officeart/2005/8/layout/chevron1"/>
    <dgm:cxn modelId="{5C42CC27-7D61-4652-83BE-DD682B4285E4}" type="presParOf" srcId="{A125C971-CCF1-4480-9298-51EE78F9C1CD}" destId="{233912F6-4735-4AA7-85C4-5ADFBA589B27}" srcOrd="1" destOrd="0" presId="urn:microsoft.com/office/officeart/2005/8/layout/chevron1"/>
    <dgm:cxn modelId="{EB966B1E-B952-4AA3-B032-D6BC3699D15E}" type="presParOf" srcId="{A125C971-CCF1-4480-9298-51EE78F9C1CD}" destId="{ED7F3690-F486-4797-B1F4-38884E851DD5}" srcOrd="2" destOrd="0" presId="urn:microsoft.com/office/officeart/2005/8/layout/chevron1"/>
    <dgm:cxn modelId="{D7130883-9E31-4952-A3AF-E5498064E96D}" type="presParOf" srcId="{A125C971-CCF1-4480-9298-51EE78F9C1CD}" destId="{C3D3620F-5765-4C09-896F-CBBBDA53EBD2}" srcOrd="3" destOrd="0" presId="urn:microsoft.com/office/officeart/2005/8/layout/chevron1"/>
    <dgm:cxn modelId="{8755CC3C-E08B-467A-910F-8FB38FAFD12E}" type="presParOf" srcId="{A125C971-CCF1-4480-9298-51EE78F9C1CD}" destId="{12D38AC5-8BCB-4BD9-8370-447991F3D3CD}" srcOrd="4" destOrd="0" presId="urn:microsoft.com/office/officeart/2005/8/layout/chevron1"/>
    <dgm:cxn modelId="{6EAC3DD5-7F20-4371-AAE3-FFA475002C82}" type="presParOf" srcId="{A125C971-CCF1-4480-9298-51EE78F9C1CD}" destId="{47418B62-BEE0-4A50-9B60-AE6556FE507C}" srcOrd="5" destOrd="0" presId="urn:microsoft.com/office/officeart/2005/8/layout/chevron1"/>
    <dgm:cxn modelId="{51841DEA-5F1E-4DF4-ABAA-C42BD12C7186}" type="presParOf" srcId="{A125C971-CCF1-4480-9298-51EE78F9C1CD}" destId="{0828A38F-303A-4D35-B3A8-00EC077BF566}" srcOrd="6"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a:solidFill>
          <a:schemeClr val="tx1"/>
        </a:solidFill>
      </dgm:spPr>
      <dgm:t>
        <a:bodyPr/>
        <a:lstStyle/>
        <a:p>
          <a:r>
            <a:rPr lang="en-IN" b="1" dirty="0"/>
            <a:t>Edit</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a:solidFill>
          <a:schemeClr val="tx1"/>
        </a:solidFill>
      </dgm:spPr>
      <dgm:t>
        <a:bodyPr/>
        <a:lstStyle/>
        <a:p>
          <a:r>
            <a:rPr lang="en-IN" b="1" dirty="0" err="1"/>
            <a:t>Hydrogens</a:t>
          </a:r>
          <a:endParaRPr lang="en-IN" b="1" dirty="0"/>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a:solidFill>
          <a:schemeClr val="tx1"/>
        </a:solidFill>
      </dgm:spPr>
      <dgm:t>
        <a:bodyPr/>
        <a:lstStyle/>
        <a:p>
          <a:r>
            <a:rPr lang="en-IN" b="1" dirty="0"/>
            <a:t>Merge Non-Polar</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8AD200ED-0A26-4146-81E2-D83A1C0C183A}">
      <dgm:prSet phldrT="[Text]"/>
      <dgm:spPr>
        <a:solidFill>
          <a:schemeClr val="tx1"/>
        </a:solidFill>
      </dgm:spPr>
      <dgm:t>
        <a:bodyPr/>
        <a:lstStyle/>
        <a:p>
          <a:r>
            <a:rPr lang="en-IN" b="1" dirty="0"/>
            <a:t>CONTINUE</a:t>
          </a:r>
        </a:p>
      </dgm:t>
    </dgm:pt>
    <dgm:pt modelId="{BE30A9D7-3C52-41E0-BF25-84E24DE49C9D}" type="parTrans" cxnId="{850061F9-2E50-4B6E-944E-5351681D19FF}">
      <dgm:prSet/>
      <dgm:spPr/>
      <dgm:t>
        <a:bodyPr/>
        <a:lstStyle/>
        <a:p>
          <a:endParaRPr lang="en-IN"/>
        </a:p>
      </dgm:t>
    </dgm:pt>
    <dgm:pt modelId="{EC01AE3E-A77F-4983-97E2-D46561403F7D}" type="sibTrans" cxnId="{850061F9-2E50-4B6E-944E-5351681D19FF}">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4">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4">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4" custScaleX="133592">
        <dgm:presLayoutVars>
          <dgm:chMax val="0"/>
          <dgm:chPref val="0"/>
          <dgm:bulletEnabled val="1"/>
        </dgm:presLayoutVars>
      </dgm:prSet>
      <dgm:spPr/>
    </dgm:pt>
    <dgm:pt modelId="{47418B62-BEE0-4A50-9B60-AE6556FE507C}" type="pres">
      <dgm:prSet presAssocID="{B32A2DC0-8260-4BB3-8B4A-EE5938CC0421}" presName="parTxOnlySpace" presStyleCnt="0"/>
      <dgm:spPr/>
    </dgm:pt>
    <dgm:pt modelId="{0828A38F-303A-4D35-B3A8-00EC077BF566}" type="pres">
      <dgm:prSet presAssocID="{8AD200ED-0A26-4146-81E2-D83A1C0C183A}" presName="parTxOnly" presStyleLbl="node1" presStyleIdx="3" presStyleCnt="4" custScaleX="90136">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34AA0138-4377-47A4-A1B5-B51A43B608B4}" type="presOf" srcId="{F7155CCA-9088-46CD-A683-9FDA2E0B2120}" destId="{40D93799-DB8B-4098-95C1-1CC5C4F3094E}" srcOrd="0" destOrd="0" presId="urn:microsoft.com/office/officeart/2005/8/layout/chevron1"/>
    <dgm:cxn modelId="{559BEB78-8EA1-48B1-9D9C-6DBB671FAF19}" type="presOf" srcId="{8AD200ED-0A26-4146-81E2-D83A1C0C183A}" destId="{0828A38F-303A-4D35-B3A8-00EC077BF566}"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52AE0DB4-E2F4-4704-8358-945B634B3022}" type="presOf" srcId="{F7E2FAF2-6DEB-450A-9E2A-FD46A15F4DD4}" destId="{A125C971-CCF1-4480-9298-51EE78F9C1CD}" srcOrd="0" destOrd="0" presId="urn:microsoft.com/office/officeart/2005/8/layout/chevron1"/>
    <dgm:cxn modelId="{AC3EF3D6-AA1E-4162-8135-9534D2994943}" type="presOf" srcId="{ADFAC8AC-DC37-4740-8051-81DD09B8D567}" destId="{12D38AC5-8BCB-4BD9-8370-447991F3D3CD}" srcOrd="0" destOrd="0" presId="urn:microsoft.com/office/officeart/2005/8/layout/chevron1"/>
    <dgm:cxn modelId="{B8962CF7-934F-4EC4-BCD5-9C1A6404742F}" type="presOf" srcId="{03631A11-5AB7-481F-B5FC-2AF27E924574}" destId="{ED7F3690-F486-4797-B1F4-38884E851DD5}" srcOrd="0" destOrd="0" presId="urn:microsoft.com/office/officeart/2005/8/layout/chevron1"/>
    <dgm:cxn modelId="{850061F9-2E50-4B6E-944E-5351681D19FF}" srcId="{F7E2FAF2-6DEB-450A-9E2A-FD46A15F4DD4}" destId="{8AD200ED-0A26-4146-81E2-D83A1C0C183A}" srcOrd="3" destOrd="0" parTransId="{BE30A9D7-3C52-41E0-BF25-84E24DE49C9D}" sibTransId="{EC01AE3E-A77F-4983-97E2-D46561403F7D}"/>
    <dgm:cxn modelId="{87E6A44C-B92C-467E-AEF7-A24160E81BDA}" type="presParOf" srcId="{A125C971-CCF1-4480-9298-51EE78F9C1CD}" destId="{40D93799-DB8B-4098-95C1-1CC5C4F3094E}" srcOrd="0" destOrd="0" presId="urn:microsoft.com/office/officeart/2005/8/layout/chevron1"/>
    <dgm:cxn modelId="{6BF96F11-ADE9-463D-9059-B2E08190EDF7}" type="presParOf" srcId="{A125C971-CCF1-4480-9298-51EE78F9C1CD}" destId="{233912F6-4735-4AA7-85C4-5ADFBA589B27}" srcOrd="1" destOrd="0" presId="urn:microsoft.com/office/officeart/2005/8/layout/chevron1"/>
    <dgm:cxn modelId="{709211A2-4704-4265-9D77-A789DCA1EA55}" type="presParOf" srcId="{A125C971-CCF1-4480-9298-51EE78F9C1CD}" destId="{ED7F3690-F486-4797-B1F4-38884E851DD5}" srcOrd="2" destOrd="0" presId="urn:microsoft.com/office/officeart/2005/8/layout/chevron1"/>
    <dgm:cxn modelId="{F479DF23-9C6E-4EB1-A9E3-0F9C0E3F6323}" type="presParOf" srcId="{A125C971-CCF1-4480-9298-51EE78F9C1CD}" destId="{C3D3620F-5765-4C09-896F-CBBBDA53EBD2}" srcOrd="3" destOrd="0" presId="urn:microsoft.com/office/officeart/2005/8/layout/chevron1"/>
    <dgm:cxn modelId="{07711218-14D8-403B-A44C-5037E96850AF}" type="presParOf" srcId="{A125C971-CCF1-4480-9298-51EE78F9C1CD}" destId="{12D38AC5-8BCB-4BD9-8370-447991F3D3CD}" srcOrd="4" destOrd="0" presId="urn:microsoft.com/office/officeart/2005/8/layout/chevron1"/>
    <dgm:cxn modelId="{5951A48A-160F-4F07-94EF-17FDD5F5C56D}" type="presParOf" srcId="{A125C971-CCF1-4480-9298-51EE78F9C1CD}" destId="{47418B62-BEE0-4A50-9B60-AE6556FE507C}" srcOrd="5" destOrd="0" presId="urn:microsoft.com/office/officeart/2005/8/layout/chevron1"/>
    <dgm:cxn modelId="{2935D3B5-582C-4EDE-98F8-6201C9595812}" type="presParOf" srcId="{A125C971-CCF1-4480-9298-51EE78F9C1CD}" destId="{0828A38F-303A-4D35-B3A8-00EC077BF566}" srcOrd="6" destOrd="0" presId="urn:microsoft.com/office/officeart/2005/8/layout/chevron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a:solidFill>
          <a:schemeClr val="tx1"/>
        </a:solidFill>
      </dgm:spPr>
      <dgm:t>
        <a:bodyPr/>
        <a:lstStyle/>
        <a:p>
          <a:r>
            <a:rPr lang="en-IN" sz="1600" b="1" dirty="0"/>
            <a:t>Edit</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a:solidFill>
          <a:schemeClr val="tx1"/>
        </a:solidFill>
      </dgm:spPr>
      <dgm:t>
        <a:bodyPr/>
        <a:lstStyle/>
        <a:p>
          <a:r>
            <a:rPr lang="en-IN" sz="1600" b="1" dirty="0"/>
            <a:t>Charges</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custT="1"/>
      <dgm:spPr>
        <a:solidFill>
          <a:schemeClr val="tx1"/>
        </a:solidFill>
      </dgm:spPr>
      <dgm:t>
        <a:bodyPr/>
        <a:lstStyle/>
        <a:p>
          <a:r>
            <a:rPr lang="en-IN" sz="1600" b="1" dirty="0"/>
            <a:t>Check  Totals on Residues</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121941">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264553" custLinFactNeighborY="313">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2996342D-C81F-4D60-A854-7A549057E821}" type="presOf" srcId="{F7E2FAF2-6DEB-450A-9E2A-FD46A15F4DD4}" destId="{A125C971-CCF1-4480-9298-51EE78F9C1CD}" srcOrd="0" destOrd="0" presId="urn:microsoft.com/office/officeart/2005/8/layout/chevron1"/>
    <dgm:cxn modelId="{A78DC030-8504-45A7-9B35-6184C07C3A9D}" srcId="{F7E2FAF2-6DEB-450A-9E2A-FD46A15F4DD4}" destId="{F7155CCA-9088-46CD-A683-9FDA2E0B2120}" srcOrd="0" destOrd="0" parTransId="{318EA335-DE7A-44F9-9732-68B1FC5890C4}" sibTransId="{09C3836C-3C5E-43AC-8D86-EB3D673D9A35}"/>
    <dgm:cxn modelId="{17387A38-EBE4-4E40-A6AE-D5DD29DBE461}" type="presOf" srcId="{03631A11-5AB7-481F-B5FC-2AF27E924574}" destId="{ED7F3690-F486-4797-B1F4-38884E851DD5}" srcOrd="0" destOrd="0" presId="urn:microsoft.com/office/officeart/2005/8/layout/chevron1"/>
    <dgm:cxn modelId="{61355683-2EC3-4AC6-858C-2669EB5785FA}" type="presOf" srcId="{ADFAC8AC-DC37-4740-8051-81DD09B8D567}" destId="{12D38AC5-8BCB-4BD9-8370-447991F3D3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2F979DA8-B4C3-4BFD-B405-207064BAFC5D}" type="presOf" srcId="{F7155CCA-9088-46CD-A683-9FDA2E0B2120}" destId="{40D93799-DB8B-4098-95C1-1CC5C4F3094E}" srcOrd="0" destOrd="0" presId="urn:microsoft.com/office/officeart/2005/8/layout/chevron1"/>
    <dgm:cxn modelId="{B2D652F6-9AD4-4CD3-B67E-E5697C1F8062}" type="presParOf" srcId="{A125C971-CCF1-4480-9298-51EE78F9C1CD}" destId="{40D93799-DB8B-4098-95C1-1CC5C4F3094E}" srcOrd="0" destOrd="0" presId="urn:microsoft.com/office/officeart/2005/8/layout/chevron1"/>
    <dgm:cxn modelId="{57092B26-93DC-474F-8A7F-951E4F72C60F}" type="presParOf" srcId="{A125C971-CCF1-4480-9298-51EE78F9C1CD}" destId="{233912F6-4735-4AA7-85C4-5ADFBA589B27}" srcOrd="1" destOrd="0" presId="urn:microsoft.com/office/officeart/2005/8/layout/chevron1"/>
    <dgm:cxn modelId="{06C64887-7C1C-4E12-AE21-C20EAED7612F}" type="presParOf" srcId="{A125C971-CCF1-4480-9298-51EE78F9C1CD}" destId="{ED7F3690-F486-4797-B1F4-38884E851DD5}" srcOrd="2" destOrd="0" presId="urn:microsoft.com/office/officeart/2005/8/layout/chevron1"/>
    <dgm:cxn modelId="{3BE7BE21-742D-44E9-9181-EC823F94D632}" type="presParOf" srcId="{A125C971-CCF1-4480-9298-51EE78F9C1CD}" destId="{C3D3620F-5765-4C09-896F-CBBBDA53EBD2}" srcOrd="3" destOrd="0" presId="urn:microsoft.com/office/officeart/2005/8/layout/chevron1"/>
    <dgm:cxn modelId="{2FB6C266-8BD1-4302-A230-48F22FB540DD}"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a:solidFill>
          <a:schemeClr val="tx1"/>
        </a:solidFill>
      </dgm:spPr>
      <dgm:t>
        <a:bodyPr/>
        <a:lstStyle/>
        <a:p>
          <a:pPr algn="ctr"/>
          <a:r>
            <a:rPr lang="en-IN" sz="1600" b="1" dirty="0"/>
            <a:t>Grid</a:t>
          </a:r>
        </a:p>
      </dgm:t>
    </dgm:pt>
    <dgm:pt modelId="{318EA335-DE7A-44F9-9732-68B1FC5890C4}" type="parTrans" cxnId="{A78DC030-8504-45A7-9B35-6184C07C3A9D}">
      <dgm:prSet/>
      <dgm:spPr/>
      <dgm:t>
        <a:bodyPr/>
        <a:lstStyle/>
        <a:p>
          <a:pPr algn="ctr"/>
          <a:endParaRPr lang="en-IN"/>
        </a:p>
      </dgm:t>
    </dgm:pt>
    <dgm:pt modelId="{09C3836C-3C5E-43AC-8D86-EB3D673D9A35}" type="sibTrans" cxnId="{A78DC030-8504-45A7-9B35-6184C07C3A9D}">
      <dgm:prSet/>
      <dgm:spPr/>
      <dgm:t>
        <a:bodyPr/>
        <a:lstStyle/>
        <a:p>
          <a:pPr algn="ctr"/>
          <a:endParaRPr lang="en-IN"/>
        </a:p>
      </dgm:t>
    </dgm:pt>
    <dgm:pt modelId="{03631A11-5AB7-481F-B5FC-2AF27E924574}">
      <dgm:prSet phldrT="[Text]" custT="1"/>
      <dgm:spPr>
        <a:solidFill>
          <a:schemeClr val="tx1"/>
        </a:solidFill>
      </dgm:spPr>
      <dgm:t>
        <a:bodyPr/>
        <a:lstStyle/>
        <a:p>
          <a:pPr algn="ctr"/>
          <a:r>
            <a:rPr lang="en-IN" sz="1600" b="1" dirty="0"/>
            <a:t>Macromolecule</a:t>
          </a:r>
        </a:p>
      </dgm:t>
    </dgm:pt>
    <dgm:pt modelId="{20B01CA6-DAF5-4D1D-9AB7-3A8C04C54983}" type="parTrans" cxnId="{4AD5A5A4-707E-46DE-A062-51C387F63CDB}">
      <dgm:prSet/>
      <dgm:spPr/>
      <dgm:t>
        <a:bodyPr/>
        <a:lstStyle/>
        <a:p>
          <a:pPr algn="ctr"/>
          <a:endParaRPr lang="en-IN"/>
        </a:p>
      </dgm:t>
    </dgm:pt>
    <dgm:pt modelId="{E6A0B372-E460-480E-90E6-3700F69FEA26}" type="sibTrans" cxnId="{4AD5A5A4-707E-46DE-A062-51C387F63CDB}">
      <dgm:prSet/>
      <dgm:spPr/>
      <dgm:t>
        <a:bodyPr/>
        <a:lstStyle/>
        <a:p>
          <a:pPr algn="ctr"/>
          <a:endParaRPr lang="en-IN"/>
        </a:p>
      </dgm:t>
    </dgm:pt>
    <dgm:pt modelId="{ADFAC8AC-DC37-4740-8051-81DD09B8D567}">
      <dgm:prSet phldrT="[Text]" custT="1"/>
      <dgm:spPr>
        <a:solidFill>
          <a:schemeClr val="tx1"/>
        </a:solidFill>
      </dgm:spPr>
      <dgm:t>
        <a:bodyPr/>
        <a:lstStyle/>
        <a:p>
          <a:pPr algn="ctr"/>
          <a:r>
            <a:rPr lang="en-IN" sz="1600" b="1" dirty="0"/>
            <a:t>Choose...</a:t>
          </a:r>
        </a:p>
      </dgm:t>
    </dgm:pt>
    <dgm:pt modelId="{4DABECD0-C1AA-47CF-A6DE-7C7D17F336EE}" type="parTrans" cxnId="{D737D721-8707-4599-83AB-6CBAA34638A3}">
      <dgm:prSet/>
      <dgm:spPr/>
      <dgm:t>
        <a:bodyPr/>
        <a:lstStyle/>
        <a:p>
          <a:pPr algn="ctr"/>
          <a:endParaRPr lang="en-IN"/>
        </a:p>
      </dgm:t>
    </dgm:pt>
    <dgm:pt modelId="{B32A2DC0-8260-4BB3-8B4A-EE5938CC0421}" type="sibTrans" cxnId="{D737D721-8707-4599-83AB-6CBAA34638A3}">
      <dgm:prSet/>
      <dgm:spPr/>
      <dgm:t>
        <a:bodyPr/>
        <a:lstStyle/>
        <a:p>
          <a:pPr algn="ctr"/>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131007">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117721" custLinFactNeighborY="313">
        <dgm:presLayoutVars>
          <dgm:chMax val="0"/>
          <dgm:chPref val="0"/>
          <dgm:bulletEnabled val="1"/>
        </dgm:presLayoutVars>
      </dgm:prSet>
      <dgm:spPr/>
    </dgm:pt>
  </dgm:ptLst>
  <dgm:cxnLst>
    <dgm:cxn modelId="{89608311-F349-4B9A-A8B9-D5958EB5A592}" type="presOf" srcId="{03631A11-5AB7-481F-B5FC-2AF27E924574}" destId="{ED7F3690-F486-4797-B1F4-38884E851DD5}" srcOrd="0" destOrd="0" presId="urn:microsoft.com/office/officeart/2005/8/layout/chevron1"/>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6416705B-10DB-4181-B613-04D6800EBAD7}" type="presOf" srcId="{ADFAC8AC-DC37-4740-8051-81DD09B8D567}" destId="{12D38AC5-8BCB-4BD9-8370-447991F3D3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C69F48C8-0B1B-4AC7-AFEC-E3C2FCF58DF2}" type="presOf" srcId="{F7155CCA-9088-46CD-A683-9FDA2E0B2120}" destId="{40D93799-DB8B-4098-95C1-1CC5C4F3094E}" srcOrd="0" destOrd="0" presId="urn:microsoft.com/office/officeart/2005/8/layout/chevron1"/>
    <dgm:cxn modelId="{502590EB-D7A9-408A-9A85-1EF4B388AD26}" type="presOf" srcId="{F7E2FAF2-6DEB-450A-9E2A-FD46A15F4DD4}" destId="{A125C971-CCF1-4480-9298-51EE78F9C1CD}" srcOrd="0" destOrd="0" presId="urn:microsoft.com/office/officeart/2005/8/layout/chevron1"/>
    <dgm:cxn modelId="{2E2957AB-4BFC-4A0B-A995-FB19B9171F42}" type="presParOf" srcId="{A125C971-CCF1-4480-9298-51EE78F9C1CD}" destId="{40D93799-DB8B-4098-95C1-1CC5C4F3094E}" srcOrd="0" destOrd="0" presId="urn:microsoft.com/office/officeart/2005/8/layout/chevron1"/>
    <dgm:cxn modelId="{864092E5-7D69-422C-B9B9-0CC6B2F8EBB2}" type="presParOf" srcId="{A125C971-CCF1-4480-9298-51EE78F9C1CD}" destId="{233912F6-4735-4AA7-85C4-5ADFBA589B27}" srcOrd="1" destOrd="0" presId="urn:microsoft.com/office/officeart/2005/8/layout/chevron1"/>
    <dgm:cxn modelId="{029564C5-B0C7-4C1D-8427-D93760EEC424}" type="presParOf" srcId="{A125C971-CCF1-4480-9298-51EE78F9C1CD}" destId="{ED7F3690-F486-4797-B1F4-38884E851DD5}" srcOrd="2" destOrd="0" presId="urn:microsoft.com/office/officeart/2005/8/layout/chevron1"/>
    <dgm:cxn modelId="{55B70C46-C450-4EAF-BF0C-69DCB957A3EF}" type="presParOf" srcId="{A125C971-CCF1-4480-9298-51EE78F9C1CD}" destId="{C3D3620F-5765-4C09-896F-CBBBDA53EBD2}" srcOrd="3" destOrd="0" presId="urn:microsoft.com/office/officeart/2005/8/layout/chevron1"/>
    <dgm:cxn modelId="{064A65AC-02AF-4389-98A1-CF438811A8CB}"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dgm:t>
        <a:bodyPr/>
        <a:lstStyle/>
        <a:p>
          <a:r>
            <a:rPr lang="en-IN" b="1" dirty="0" err="1"/>
            <a:t>Ligand</a:t>
          </a:r>
          <a:endParaRPr lang="en-IN" b="1" dirty="0"/>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dgm:t>
        <a:bodyPr/>
        <a:lstStyle/>
        <a:p>
          <a:r>
            <a:rPr lang="en-IN" b="1" dirty="0"/>
            <a:t>Input</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dgm:t>
        <a:bodyPr/>
        <a:lstStyle/>
        <a:p>
          <a:r>
            <a:rPr lang="en-IN" b="1" dirty="0"/>
            <a:t>Open...</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83661">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80335">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64D1F55F-2821-488F-AC07-EF845F44FF3F}" type="presOf" srcId="{F7155CCA-9088-46CD-A683-9FDA2E0B2120}" destId="{40D93799-DB8B-4098-95C1-1CC5C4F3094E}" srcOrd="0" destOrd="0" presId="urn:microsoft.com/office/officeart/2005/8/layout/chevron1"/>
    <dgm:cxn modelId="{085AFD64-34D2-4B9C-A9D8-1E999693A144}" type="presOf" srcId="{03631A11-5AB7-481F-B5FC-2AF27E924574}" destId="{ED7F3690-F486-4797-B1F4-38884E851DD5}" srcOrd="0" destOrd="0" presId="urn:microsoft.com/office/officeart/2005/8/layout/chevron1"/>
    <dgm:cxn modelId="{FDF6D578-99C3-49B6-8716-251CD1C28F85}" type="presOf" srcId="{ADFAC8AC-DC37-4740-8051-81DD09B8D567}" destId="{12D38AC5-8BCB-4BD9-8370-447991F3D3CD}" srcOrd="0" destOrd="0" presId="urn:microsoft.com/office/officeart/2005/8/layout/chevron1"/>
    <dgm:cxn modelId="{75D9C984-D152-4598-8A25-B556098EA6C6}" type="presOf" srcId="{F7E2FAF2-6DEB-450A-9E2A-FD46A15F4DD4}" destId="{A125C971-CCF1-4480-9298-51EE78F9C1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6C0C7285-1312-4FE5-8D97-BFA0C958D736}" type="presParOf" srcId="{A125C971-CCF1-4480-9298-51EE78F9C1CD}" destId="{40D93799-DB8B-4098-95C1-1CC5C4F3094E}" srcOrd="0" destOrd="0" presId="urn:microsoft.com/office/officeart/2005/8/layout/chevron1"/>
    <dgm:cxn modelId="{DB0ED533-316F-4D2D-8FD2-6A15C8826354}" type="presParOf" srcId="{A125C971-CCF1-4480-9298-51EE78F9C1CD}" destId="{233912F6-4735-4AA7-85C4-5ADFBA589B27}" srcOrd="1" destOrd="0" presId="urn:microsoft.com/office/officeart/2005/8/layout/chevron1"/>
    <dgm:cxn modelId="{4DFFF8D6-DCBF-4487-AC23-B688B584AF17}" type="presParOf" srcId="{A125C971-CCF1-4480-9298-51EE78F9C1CD}" destId="{ED7F3690-F486-4797-B1F4-38884E851DD5}" srcOrd="2" destOrd="0" presId="urn:microsoft.com/office/officeart/2005/8/layout/chevron1"/>
    <dgm:cxn modelId="{DA2C3E20-8475-4763-B76A-946CFCFFED34}" type="presParOf" srcId="{A125C971-CCF1-4480-9298-51EE78F9C1CD}" destId="{C3D3620F-5765-4C09-896F-CBBBDA53EBD2}" srcOrd="3" destOrd="0" presId="urn:microsoft.com/office/officeart/2005/8/layout/chevron1"/>
    <dgm:cxn modelId="{84518172-3DFC-4D97-BF6A-D6C2E77DA68F}"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dgm:t>
        <a:bodyPr/>
        <a:lstStyle/>
        <a:p>
          <a:r>
            <a:rPr lang="en-IN" b="1" dirty="0" err="1"/>
            <a:t>Ligand</a:t>
          </a:r>
          <a:endParaRPr lang="en-IN" b="1" dirty="0"/>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dgm:t>
        <a:bodyPr/>
        <a:lstStyle/>
        <a:p>
          <a:r>
            <a:rPr lang="en-IN" b="1" dirty="0"/>
            <a:t>Torsion Tree</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dgm:t>
        <a:bodyPr/>
        <a:lstStyle/>
        <a:p>
          <a:r>
            <a:rPr lang="en-IN" b="1" dirty="0"/>
            <a:t>Detect Root...</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7266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77396">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80335">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B186E161-28C5-45E8-8297-CC4D124349C5}" type="presOf" srcId="{F7155CCA-9088-46CD-A683-9FDA2E0B2120}" destId="{40D93799-DB8B-4098-95C1-1CC5C4F3094E}" srcOrd="0" destOrd="0" presId="urn:microsoft.com/office/officeart/2005/8/layout/chevron1"/>
    <dgm:cxn modelId="{57B39379-86A3-49EB-A553-5826396CB845}" type="presOf" srcId="{03631A11-5AB7-481F-B5FC-2AF27E924574}" destId="{ED7F3690-F486-4797-B1F4-38884E851DD5}" srcOrd="0" destOrd="0" presId="urn:microsoft.com/office/officeart/2005/8/layout/chevron1"/>
    <dgm:cxn modelId="{6E526991-3EC0-440D-B8DC-330A580F4D56}" type="presOf" srcId="{F7E2FAF2-6DEB-450A-9E2A-FD46A15F4DD4}" destId="{A125C971-CCF1-4480-9298-51EE78F9C1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27807EF4-7292-405E-847A-479ADAE6155E}" type="presOf" srcId="{ADFAC8AC-DC37-4740-8051-81DD09B8D567}" destId="{12D38AC5-8BCB-4BD9-8370-447991F3D3CD}" srcOrd="0" destOrd="0" presId="urn:microsoft.com/office/officeart/2005/8/layout/chevron1"/>
    <dgm:cxn modelId="{EB3D765C-2802-4986-B6E1-9266657DC073}" type="presParOf" srcId="{A125C971-CCF1-4480-9298-51EE78F9C1CD}" destId="{40D93799-DB8B-4098-95C1-1CC5C4F3094E}" srcOrd="0" destOrd="0" presId="urn:microsoft.com/office/officeart/2005/8/layout/chevron1"/>
    <dgm:cxn modelId="{C66FB66C-E6A6-4BBB-A19C-14C7A31333D7}" type="presParOf" srcId="{A125C971-CCF1-4480-9298-51EE78F9C1CD}" destId="{233912F6-4735-4AA7-85C4-5ADFBA589B27}" srcOrd="1" destOrd="0" presId="urn:microsoft.com/office/officeart/2005/8/layout/chevron1"/>
    <dgm:cxn modelId="{2A1F35CC-FA9D-4860-91AA-E3F8C3116EEF}" type="presParOf" srcId="{A125C971-CCF1-4480-9298-51EE78F9C1CD}" destId="{ED7F3690-F486-4797-B1F4-38884E851DD5}" srcOrd="2" destOrd="0" presId="urn:microsoft.com/office/officeart/2005/8/layout/chevron1"/>
    <dgm:cxn modelId="{DE47F90B-FE74-46AA-A53A-185F3A4E73DC}" type="presParOf" srcId="{A125C971-CCF1-4480-9298-51EE78F9C1CD}" destId="{C3D3620F-5765-4C09-896F-CBBBDA53EBD2}" srcOrd="3" destOrd="0" presId="urn:microsoft.com/office/officeart/2005/8/layout/chevron1"/>
    <dgm:cxn modelId="{8B94CFF7-C7AB-47B0-9698-CD16DA158890}"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dgm:t>
        <a:bodyPr/>
        <a:lstStyle/>
        <a:p>
          <a:r>
            <a:rPr lang="en-IN" b="1" dirty="0" err="1"/>
            <a:t>Ligand</a:t>
          </a:r>
          <a:endParaRPr lang="en-IN" b="1" dirty="0"/>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dgm:t>
        <a:bodyPr/>
        <a:lstStyle/>
        <a:p>
          <a:r>
            <a:rPr lang="en-IN" b="1" dirty="0"/>
            <a:t>Torsion Tree</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dgm:t>
        <a:bodyPr/>
        <a:lstStyle/>
        <a:p>
          <a:r>
            <a:rPr lang="en-IN" b="1" dirty="0"/>
            <a:t>Choose Torsions...</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7266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77396">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80335">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72685F2A-7442-40F4-8FE9-661EE39E9A53}" type="presOf" srcId="{F7155CCA-9088-46CD-A683-9FDA2E0B2120}" destId="{40D93799-DB8B-4098-95C1-1CC5C4F3094E}" srcOrd="0" destOrd="0" presId="urn:microsoft.com/office/officeart/2005/8/layout/chevron1"/>
    <dgm:cxn modelId="{A78DC030-8504-45A7-9B35-6184C07C3A9D}" srcId="{F7E2FAF2-6DEB-450A-9E2A-FD46A15F4DD4}" destId="{F7155CCA-9088-46CD-A683-9FDA2E0B2120}" srcOrd="0" destOrd="0" parTransId="{318EA335-DE7A-44F9-9732-68B1FC5890C4}" sibTransId="{09C3836C-3C5E-43AC-8D86-EB3D673D9A35}"/>
    <dgm:cxn modelId="{4AD5A5A4-707E-46DE-A062-51C387F63CDB}" srcId="{F7E2FAF2-6DEB-450A-9E2A-FD46A15F4DD4}" destId="{03631A11-5AB7-481F-B5FC-2AF27E924574}" srcOrd="1" destOrd="0" parTransId="{20B01CA6-DAF5-4D1D-9AB7-3A8C04C54983}" sibTransId="{E6A0B372-E460-480E-90E6-3700F69FEA26}"/>
    <dgm:cxn modelId="{B9C57CB8-9E01-4F31-865F-5242C18AA105}" type="presOf" srcId="{F7E2FAF2-6DEB-450A-9E2A-FD46A15F4DD4}" destId="{A125C971-CCF1-4480-9298-51EE78F9C1CD}" srcOrd="0" destOrd="0" presId="urn:microsoft.com/office/officeart/2005/8/layout/chevron1"/>
    <dgm:cxn modelId="{A04C81CF-1CC6-4C72-B050-24E179486411}" type="presOf" srcId="{ADFAC8AC-DC37-4740-8051-81DD09B8D567}" destId="{12D38AC5-8BCB-4BD9-8370-447991F3D3CD}" srcOrd="0" destOrd="0" presId="urn:microsoft.com/office/officeart/2005/8/layout/chevron1"/>
    <dgm:cxn modelId="{E7A3E4E1-D264-4985-8B7B-2578E89AF9B7}" type="presOf" srcId="{03631A11-5AB7-481F-B5FC-2AF27E924574}" destId="{ED7F3690-F486-4797-B1F4-38884E851DD5}" srcOrd="0" destOrd="0" presId="urn:microsoft.com/office/officeart/2005/8/layout/chevron1"/>
    <dgm:cxn modelId="{F47DE530-3549-4EE2-AA59-0678F8F3031A}" type="presParOf" srcId="{A125C971-CCF1-4480-9298-51EE78F9C1CD}" destId="{40D93799-DB8B-4098-95C1-1CC5C4F3094E}" srcOrd="0" destOrd="0" presId="urn:microsoft.com/office/officeart/2005/8/layout/chevron1"/>
    <dgm:cxn modelId="{7CBC0CA5-C0FA-44C6-BE4C-9B8D9228293E}" type="presParOf" srcId="{A125C971-CCF1-4480-9298-51EE78F9C1CD}" destId="{233912F6-4735-4AA7-85C4-5ADFBA589B27}" srcOrd="1" destOrd="0" presId="urn:microsoft.com/office/officeart/2005/8/layout/chevron1"/>
    <dgm:cxn modelId="{0007BD29-5FDE-48A4-B02F-48954C0AFAD6}" type="presParOf" srcId="{A125C971-CCF1-4480-9298-51EE78F9C1CD}" destId="{ED7F3690-F486-4797-B1F4-38884E851DD5}" srcOrd="2" destOrd="0" presId="urn:microsoft.com/office/officeart/2005/8/layout/chevron1"/>
    <dgm:cxn modelId="{CE457699-4C0E-4001-9F52-68D94F4946D9}" type="presParOf" srcId="{A125C971-CCF1-4480-9298-51EE78F9C1CD}" destId="{C3D3620F-5765-4C09-896F-CBBBDA53EBD2}" srcOrd="3" destOrd="0" presId="urn:microsoft.com/office/officeart/2005/8/layout/chevron1"/>
    <dgm:cxn modelId="{1BD2A3F6-007A-45D0-AFEB-7A4B0215556C}"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dgm:t>
        <a:bodyPr/>
        <a:lstStyle/>
        <a:p>
          <a:r>
            <a:rPr lang="en-IN" b="1" dirty="0" err="1"/>
            <a:t>Ligand</a:t>
          </a:r>
          <a:endParaRPr lang="en-IN" b="1" dirty="0"/>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dgm:t>
        <a:bodyPr/>
        <a:lstStyle/>
        <a:p>
          <a:r>
            <a:rPr lang="en-IN" b="1" dirty="0"/>
            <a:t>Torsion Tree</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dgm:t>
        <a:bodyPr/>
        <a:lstStyle/>
        <a:p>
          <a:r>
            <a:rPr lang="en-IN" b="1" dirty="0"/>
            <a:t>Set Number of Torsions...</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7266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77396">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116906">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BDB7F552-54DD-4F48-BBA0-991BCDC8417A}" type="presOf" srcId="{F7E2FAF2-6DEB-450A-9E2A-FD46A15F4DD4}" destId="{A125C971-CCF1-4480-9298-51EE78F9C1CD}" srcOrd="0" destOrd="0" presId="urn:microsoft.com/office/officeart/2005/8/layout/chevron1"/>
    <dgm:cxn modelId="{AC2DF28E-C26E-4A55-A0B3-FC3E7D0D1BF7}" type="presOf" srcId="{03631A11-5AB7-481F-B5FC-2AF27E924574}" destId="{ED7F3690-F486-4797-B1F4-38884E851DD5}" srcOrd="0" destOrd="0" presId="urn:microsoft.com/office/officeart/2005/8/layout/chevron1"/>
    <dgm:cxn modelId="{CAD14E9F-ABD8-43AE-AD32-556A4CE4D784}" type="presOf" srcId="{ADFAC8AC-DC37-4740-8051-81DD09B8D567}" destId="{12D38AC5-8BCB-4BD9-8370-447991F3D3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F7EC5AAB-830F-4DA0-8932-A8B5B5E69568}" type="presOf" srcId="{F7155CCA-9088-46CD-A683-9FDA2E0B2120}" destId="{40D93799-DB8B-4098-95C1-1CC5C4F3094E}" srcOrd="0" destOrd="0" presId="urn:microsoft.com/office/officeart/2005/8/layout/chevron1"/>
    <dgm:cxn modelId="{1D428D4B-B76E-4169-AF2F-3AB35AF4CC33}" type="presParOf" srcId="{A125C971-CCF1-4480-9298-51EE78F9C1CD}" destId="{40D93799-DB8B-4098-95C1-1CC5C4F3094E}" srcOrd="0" destOrd="0" presId="urn:microsoft.com/office/officeart/2005/8/layout/chevron1"/>
    <dgm:cxn modelId="{2E355427-98E0-477F-BAAD-042157A2E439}" type="presParOf" srcId="{A125C971-CCF1-4480-9298-51EE78F9C1CD}" destId="{233912F6-4735-4AA7-85C4-5ADFBA589B27}" srcOrd="1" destOrd="0" presId="urn:microsoft.com/office/officeart/2005/8/layout/chevron1"/>
    <dgm:cxn modelId="{DA175D0A-E218-4433-B7D7-5B961908E491}" type="presParOf" srcId="{A125C971-CCF1-4480-9298-51EE78F9C1CD}" destId="{ED7F3690-F486-4797-B1F4-38884E851DD5}" srcOrd="2" destOrd="0" presId="urn:microsoft.com/office/officeart/2005/8/layout/chevron1"/>
    <dgm:cxn modelId="{F8664835-B3E2-4703-9ABC-35A9CC01CF4B}" type="presParOf" srcId="{A125C971-CCF1-4480-9298-51EE78F9C1CD}" destId="{C3D3620F-5765-4C09-896F-CBBBDA53EBD2}" srcOrd="3" destOrd="0" presId="urn:microsoft.com/office/officeart/2005/8/layout/chevron1"/>
    <dgm:cxn modelId="{0A131412-4337-4663-9374-2399263816E6}"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dgm:spPr/>
      <dgm:t>
        <a:bodyPr/>
        <a:lstStyle/>
        <a:p>
          <a:r>
            <a:rPr lang="en-IN" b="1" dirty="0" err="1"/>
            <a:t>Ligand</a:t>
          </a:r>
          <a:endParaRPr lang="en-IN" b="1" dirty="0"/>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dgm:spPr/>
      <dgm:t>
        <a:bodyPr/>
        <a:lstStyle/>
        <a:p>
          <a:r>
            <a:rPr lang="en-IN" b="1" dirty="0"/>
            <a:t>Aromatic Carbons</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dgm:spPr/>
      <dgm:t>
        <a:bodyPr/>
        <a:lstStyle/>
        <a:p>
          <a:r>
            <a:rPr lang="en-IN" b="1" dirty="0" err="1"/>
            <a:t>Aromaticity</a:t>
          </a:r>
          <a:r>
            <a:rPr lang="en-IN" b="1" dirty="0"/>
            <a:t> Criterion...</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72663">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92338">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113106">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4AD5A5A4-707E-46DE-A062-51C387F63CDB}" srcId="{F7E2FAF2-6DEB-450A-9E2A-FD46A15F4DD4}" destId="{03631A11-5AB7-481F-B5FC-2AF27E924574}" srcOrd="1" destOrd="0" parTransId="{20B01CA6-DAF5-4D1D-9AB7-3A8C04C54983}" sibTransId="{E6A0B372-E460-480E-90E6-3700F69FEA26}"/>
    <dgm:cxn modelId="{6D325AB2-FA1B-41F4-8A09-E93CF98424A6}" type="presOf" srcId="{ADFAC8AC-DC37-4740-8051-81DD09B8D567}" destId="{12D38AC5-8BCB-4BD9-8370-447991F3D3CD}" srcOrd="0" destOrd="0" presId="urn:microsoft.com/office/officeart/2005/8/layout/chevron1"/>
    <dgm:cxn modelId="{BD9964B4-AC83-4975-9921-6F5C1CFD7CFB}" type="presOf" srcId="{F7155CCA-9088-46CD-A683-9FDA2E0B2120}" destId="{40D93799-DB8B-4098-95C1-1CC5C4F3094E}" srcOrd="0" destOrd="0" presId="urn:microsoft.com/office/officeart/2005/8/layout/chevron1"/>
    <dgm:cxn modelId="{6130D6D9-9FF4-40C1-BB2A-5BD84D229C6F}" type="presOf" srcId="{F7E2FAF2-6DEB-450A-9E2A-FD46A15F4DD4}" destId="{A125C971-CCF1-4480-9298-51EE78F9C1CD}" srcOrd="0" destOrd="0" presId="urn:microsoft.com/office/officeart/2005/8/layout/chevron1"/>
    <dgm:cxn modelId="{BF50F6F1-C5F6-491D-909D-0EBA2C242C70}" type="presOf" srcId="{03631A11-5AB7-481F-B5FC-2AF27E924574}" destId="{ED7F3690-F486-4797-B1F4-38884E851DD5}" srcOrd="0" destOrd="0" presId="urn:microsoft.com/office/officeart/2005/8/layout/chevron1"/>
    <dgm:cxn modelId="{ACAA6AF2-FF9E-4D6E-9BE5-7FD0AB4BEC0F}" type="presParOf" srcId="{A125C971-CCF1-4480-9298-51EE78F9C1CD}" destId="{40D93799-DB8B-4098-95C1-1CC5C4F3094E}" srcOrd="0" destOrd="0" presId="urn:microsoft.com/office/officeart/2005/8/layout/chevron1"/>
    <dgm:cxn modelId="{A602F121-996E-4A0B-891D-E5DDC5F792CA}" type="presParOf" srcId="{A125C971-CCF1-4480-9298-51EE78F9C1CD}" destId="{233912F6-4735-4AA7-85C4-5ADFBA589B27}" srcOrd="1" destOrd="0" presId="urn:microsoft.com/office/officeart/2005/8/layout/chevron1"/>
    <dgm:cxn modelId="{AA90942D-A5E9-4157-8015-F4695D74823F}" type="presParOf" srcId="{A125C971-CCF1-4480-9298-51EE78F9C1CD}" destId="{ED7F3690-F486-4797-B1F4-38884E851DD5}" srcOrd="2" destOrd="0" presId="urn:microsoft.com/office/officeart/2005/8/layout/chevron1"/>
    <dgm:cxn modelId="{98D59C5A-24EB-42DE-A3C2-12ED5DFDDEC7}" type="presParOf" srcId="{A125C971-CCF1-4480-9298-51EE78F9C1CD}" destId="{C3D3620F-5765-4C09-896F-CBBBDA53EBD2}" srcOrd="3" destOrd="0" presId="urn:microsoft.com/office/officeart/2005/8/layout/chevron1"/>
    <dgm:cxn modelId="{C6C683BE-BE2D-41F9-8418-AA7296E3D457}"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2000" b="1" dirty="0" err="1"/>
            <a:t>Ligand</a:t>
          </a:r>
          <a:endParaRPr lang="en-IN" sz="2000" b="1" dirty="0"/>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2000" b="1" dirty="0"/>
            <a:t>Output</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custT="1"/>
      <dgm:spPr/>
      <dgm:t>
        <a:bodyPr/>
        <a:lstStyle/>
        <a:p>
          <a:r>
            <a:rPr lang="en-IN" sz="2000" b="1" dirty="0"/>
            <a:t>Save as PDBQT...</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37312">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30311">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43893">
        <dgm:presLayoutVars>
          <dgm:chMax val="0"/>
          <dgm:chPref val="0"/>
          <dgm:bulletEnabled val="1"/>
        </dgm:presLayoutVars>
      </dgm:prSet>
      <dgm:spPr/>
    </dgm:pt>
  </dgm:ptLst>
  <dgm:cxnLst>
    <dgm:cxn modelId="{37636E06-9C7A-4EFD-8FC6-B919613804F1}" type="presOf" srcId="{F7155CCA-9088-46CD-A683-9FDA2E0B2120}" destId="{40D93799-DB8B-4098-95C1-1CC5C4F3094E}" srcOrd="0" destOrd="0" presId="urn:microsoft.com/office/officeart/2005/8/layout/chevron1"/>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A3ABF035-2F72-48DE-B1C5-185208FC46A3}" type="presOf" srcId="{03631A11-5AB7-481F-B5FC-2AF27E924574}" destId="{ED7F3690-F486-4797-B1F4-38884E851DD5}" srcOrd="0" destOrd="0" presId="urn:microsoft.com/office/officeart/2005/8/layout/chevron1"/>
    <dgm:cxn modelId="{ACD0C07B-3C48-4104-88F1-AC7677FFA55B}" type="presOf" srcId="{F7E2FAF2-6DEB-450A-9E2A-FD46A15F4DD4}" destId="{A125C971-CCF1-4480-9298-51EE78F9C1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CC1F5EB8-8BD3-4415-AC1A-06CBDEF0CA6F}" type="presOf" srcId="{ADFAC8AC-DC37-4740-8051-81DD09B8D567}" destId="{12D38AC5-8BCB-4BD9-8370-447991F3D3CD}" srcOrd="0" destOrd="0" presId="urn:microsoft.com/office/officeart/2005/8/layout/chevron1"/>
    <dgm:cxn modelId="{C7536346-AC4B-485E-B860-2C8CC4A966F6}" type="presParOf" srcId="{A125C971-CCF1-4480-9298-51EE78F9C1CD}" destId="{40D93799-DB8B-4098-95C1-1CC5C4F3094E}" srcOrd="0" destOrd="0" presId="urn:microsoft.com/office/officeart/2005/8/layout/chevron1"/>
    <dgm:cxn modelId="{7646D3FB-BB37-44BF-A3C2-44E73EF1AAFB}" type="presParOf" srcId="{A125C971-CCF1-4480-9298-51EE78F9C1CD}" destId="{233912F6-4735-4AA7-85C4-5ADFBA589B27}" srcOrd="1" destOrd="0" presId="urn:microsoft.com/office/officeart/2005/8/layout/chevron1"/>
    <dgm:cxn modelId="{5555F95E-54D5-45A2-9659-C3C7A1A1D801}" type="presParOf" srcId="{A125C971-CCF1-4480-9298-51EE78F9C1CD}" destId="{ED7F3690-F486-4797-B1F4-38884E851DD5}" srcOrd="2" destOrd="0" presId="urn:microsoft.com/office/officeart/2005/8/layout/chevron1"/>
    <dgm:cxn modelId="{F0951BAB-416D-4789-BCB5-4C57B8CCD432}" type="presParOf" srcId="{A125C971-CCF1-4480-9298-51EE78F9C1CD}" destId="{C3D3620F-5765-4C09-896F-CBBBDA53EBD2}" srcOrd="3" destOrd="0" presId="urn:microsoft.com/office/officeart/2005/8/layout/chevron1"/>
    <dgm:cxn modelId="{23518349-CBE0-4353-AE58-856DD8DD9E1E}"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Grid</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1800" b="1" dirty="0"/>
            <a:t>Macromolecule</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custT="1"/>
      <dgm:spPr/>
      <dgm:t>
        <a:bodyPr/>
        <a:lstStyle/>
        <a:p>
          <a:r>
            <a:rPr lang="en-IN" sz="1800" b="1" dirty="0"/>
            <a:t>Open..</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78805"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89399">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dgm:presLayoutVars>
          <dgm:chMax val="0"/>
          <dgm:chPref val="0"/>
          <dgm:bulletEnabled val="1"/>
        </dgm:presLayoutVars>
      </dgm:prSet>
      <dgm:spPr/>
    </dgm:pt>
  </dgm:ptLst>
  <dgm:cxnLst>
    <dgm:cxn modelId="{9AC13E0B-109F-4F70-908F-D611B6FD838E}" type="presOf" srcId="{F7155CCA-9088-46CD-A683-9FDA2E0B2120}" destId="{40D93799-DB8B-4098-95C1-1CC5C4F3094E}" srcOrd="0" destOrd="0" presId="urn:microsoft.com/office/officeart/2005/8/layout/chevron1"/>
    <dgm:cxn modelId="{B43EDB1F-F565-4B61-8170-ACC1E20E17A3}" type="presOf" srcId="{ADFAC8AC-DC37-4740-8051-81DD09B8D567}" destId="{12D38AC5-8BCB-4BD9-8370-447991F3D3CD}" srcOrd="0" destOrd="0" presId="urn:microsoft.com/office/officeart/2005/8/layout/chevron1"/>
    <dgm:cxn modelId="{01D64221-CB89-485E-88C0-47D41F840E11}" type="presOf" srcId="{03631A11-5AB7-481F-B5FC-2AF27E924574}" destId="{ED7F3690-F486-4797-B1F4-38884E851DD5}" srcOrd="0" destOrd="0" presId="urn:microsoft.com/office/officeart/2005/8/layout/chevron1"/>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4AD5A5A4-707E-46DE-A062-51C387F63CDB}" srcId="{F7E2FAF2-6DEB-450A-9E2A-FD46A15F4DD4}" destId="{03631A11-5AB7-481F-B5FC-2AF27E924574}" srcOrd="1" destOrd="0" parTransId="{20B01CA6-DAF5-4D1D-9AB7-3A8C04C54983}" sibTransId="{E6A0B372-E460-480E-90E6-3700F69FEA26}"/>
    <dgm:cxn modelId="{22F7BEC3-D8B7-45B2-B6D0-A093BBD3F704}" type="presOf" srcId="{F7E2FAF2-6DEB-450A-9E2A-FD46A15F4DD4}" destId="{A125C971-CCF1-4480-9298-51EE78F9C1CD}" srcOrd="0" destOrd="0" presId="urn:microsoft.com/office/officeart/2005/8/layout/chevron1"/>
    <dgm:cxn modelId="{710C1BB2-4F04-4EFC-A001-213E8020D794}" type="presParOf" srcId="{A125C971-CCF1-4480-9298-51EE78F9C1CD}" destId="{40D93799-DB8B-4098-95C1-1CC5C4F3094E}" srcOrd="0" destOrd="0" presId="urn:microsoft.com/office/officeart/2005/8/layout/chevron1"/>
    <dgm:cxn modelId="{EC8739A2-DFFC-4611-888F-0BC75BBB2C70}" type="presParOf" srcId="{A125C971-CCF1-4480-9298-51EE78F9C1CD}" destId="{233912F6-4735-4AA7-85C4-5ADFBA589B27}" srcOrd="1" destOrd="0" presId="urn:microsoft.com/office/officeart/2005/8/layout/chevron1"/>
    <dgm:cxn modelId="{7AB5B667-BAFE-49BC-9987-B80310C92BD9}" type="presParOf" srcId="{A125C971-CCF1-4480-9298-51EE78F9C1CD}" destId="{ED7F3690-F486-4797-B1F4-38884E851DD5}" srcOrd="2" destOrd="0" presId="urn:microsoft.com/office/officeart/2005/8/layout/chevron1"/>
    <dgm:cxn modelId="{EF1DB79D-8E0B-4862-BC53-D16E1F6106BA}" type="presParOf" srcId="{A125C971-CCF1-4480-9298-51EE78F9C1CD}" destId="{C3D3620F-5765-4C09-896F-CBBBDA53EBD2}" srcOrd="3" destOrd="0" presId="urn:microsoft.com/office/officeart/2005/8/layout/chevron1"/>
    <dgm:cxn modelId="{FB3A7C52-AE2A-4046-82F3-C8758721C2BB}"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a:solidFill>
          <a:schemeClr val="tx1"/>
        </a:solidFill>
      </dgm:spPr>
      <dgm:t>
        <a:bodyPr/>
        <a:lstStyle/>
        <a:p>
          <a:r>
            <a:rPr lang="en-IN" sz="1600" b="1" dirty="0"/>
            <a:t>Edit</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a:solidFill>
          <a:schemeClr val="tx1"/>
        </a:solidFill>
      </dgm:spPr>
      <dgm:t>
        <a:bodyPr/>
        <a:lstStyle/>
        <a:p>
          <a:r>
            <a:rPr lang="en-IN" sz="1600" b="1" dirty="0"/>
            <a:t>Charges</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custT="1"/>
      <dgm:spPr>
        <a:solidFill>
          <a:schemeClr val="tx1"/>
        </a:solidFill>
      </dgm:spPr>
      <dgm:t>
        <a:bodyPr/>
        <a:lstStyle/>
        <a:p>
          <a:r>
            <a:rPr lang="en-IN" sz="1600" b="1" dirty="0"/>
            <a:t>Check  Totals on Residues</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93340">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120232">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custScaleX="170577" custLinFactNeighborY="313">
        <dgm:presLayoutVars>
          <dgm:chMax val="0"/>
          <dgm:chPref val="0"/>
          <dgm:bulletEnabled val="1"/>
        </dgm:presLayoutVars>
      </dgm:prSet>
      <dgm:spPr/>
    </dgm:pt>
  </dgm:ptLst>
  <dgm:cxnLst>
    <dgm:cxn modelId="{D0AF0F1E-7DE9-4F1E-B07F-FBFC06915DCC}" type="presOf" srcId="{F7E2FAF2-6DEB-450A-9E2A-FD46A15F4DD4}" destId="{A125C971-CCF1-4480-9298-51EE78F9C1CD}" srcOrd="0" destOrd="0" presId="urn:microsoft.com/office/officeart/2005/8/layout/chevron1"/>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1638E63A-F435-4790-9398-1579BA2F0016}" type="presOf" srcId="{F7155CCA-9088-46CD-A683-9FDA2E0B2120}" destId="{40D93799-DB8B-4098-95C1-1CC5C4F3094E}" srcOrd="0" destOrd="0" presId="urn:microsoft.com/office/officeart/2005/8/layout/chevron1"/>
    <dgm:cxn modelId="{D0F725A3-4376-4D99-B7FE-A7224A15BDDC}" type="presOf" srcId="{03631A11-5AB7-481F-B5FC-2AF27E924574}" destId="{ED7F3690-F486-4797-B1F4-38884E851DD5}"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8849CAD5-1415-4716-BB57-EAD6E9C2A743}" type="presOf" srcId="{ADFAC8AC-DC37-4740-8051-81DD09B8D567}" destId="{12D38AC5-8BCB-4BD9-8370-447991F3D3CD}" srcOrd="0" destOrd="0" presId="urn:microsoft.com/office/officeart/2005/8/layout/chevron1"/>
    <dgm:cxn modelId="{E08AB9A0-8C16-419E-8DBF-3E5E1B000E0F}" type="presParOf" srcId="{A125C971-CCF1-4480-9298-51EE78F9C1CD}" destId="{40D93799-DB8B-4098-95C1-1CC5C4F3094E}" srcOrd="0" destOrd="0" presId="urn:microsoft.com/office/officeart/2005/8/layout/chevron1"/>
    <dgm:cxn modelId="{B2F08AD1-6618-4CB8-B195-A7149DD9D2CA}" type="presParOf" srcId="{A125C971-CCF1-4480-9298-51EE78F9C1CD}" destId="{233912F6-4735-4AA7-85C4-5ADFBA589B27}" srcOrd="1" destOrd="0" presId="urn:microsoft.com/office/officeart/2005/8/layout/chevron1"/>
    <dgm:cxn modelId="{0D87C166-0E62-4D84-AC68-0AA4F0C1D2EE}" type="presParOf" srcId="{A125C971-CCF1-4480-9298-51EE78F9C1CD}" destId="{ED7F3690-F486-4797-B1F4-38884E851DD5}" srcOrd="2" destOrd="0" presId="urn:microsoft.com/office/officeart/2005/8/layout/chevron1"/>
    <dgm:cxn modelId="{82B77EBD-F747-4F90-92E3-396EDEB5BC4F}" type="presParOf" srcId="{A125C971-CCF1-4480-9298-51EE78F9C1CD}" destId="{C3D3620F-5765-4C09-896F-CBBBDA53EBD2}" srcOrd="3" destOrd="0" presId="urn:microsoft.com/office/officeart/2005/8/layout/chevron1"/>
    <dgm:cxn modelId="{31DE9028-A315-42D0-8347-8EBC2C366CE0}"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Grid</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1800" b="1" dirty="0"/>
            <a:t>Set Map Types</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DFAC8AC-DC37-4740-8051-81DD09B8D567}">
      <dgm:prSet phldrT="[Text]" custT="1"/>
      <dgm:spPr/>
      <dgm:t>
        <a:bodyPr/>
        <a:lstStyle/>
        <a:p>
          <a:r>
            <a:rPr lang="en-IN" sz="1800" b="1" dirty="0"/>
            <a:t>Open </a:t>
          </a:r>
          <a:r>
            <a:rPr lang="en-IN" sz="1800" b="1" dirty="0" err="1"/>
            <a:t>Ligand</a:t>
          </a:r>
          <a:r>
            <a:rPr lang="en-IN" sz="1800" b="1" dirty="0"/>
            <a:t>..</a:t>
          </a:r>
        </a:p>
      </dgm:t>
    </dgm:pt>
    <dgm:pt modelId="{4DABECD0-C1AA-47CF-A6DE-7C7D17F336EE}" type="parTrans" cxnId="{D737D721-8707-4599-83AB-6CBAA34638A3}">
      <dgm:prSet/>
      <dgm:spPr/>
      <dgm:t>
        <a:bodyPr/>
        <a:lstStyle/>
        <a:p>
          <a:endParaRPr lang="en-IN"/>
        </a:p>
      </dgm:t>
    </dgm:pt>
    <dgm:pt modelId="{B32A2DC0-8260-4BB3-8B4A-EE5938CC0421}" type="sibTrans" cxnId="{D737D721-8707-4599-83AB-6CBAA34638A3}">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78805"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89399">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12D38AC5-8BCB-4BD9-8370-447991F3D3CD}" type="pres">
      <dgm:prSet presAssocID="{ADFAC8AC-DC37-4740-8051-81DD09B8D567}" presName="parTxOnly" presStyleLbl="node1" presStyleIdx="2" presStyleCnt="3">
        <dgm:presLayoutVars>
          <dgm:chMax val="0"/>
          <dgm:chPref val="0"/>
          <dgm:bulletEnabled val="1"/>
        </dgm:presLayoutVars>
      </dgm:prSet>
      <dgm:spPr/>
    </dgm:pt>
  </dgm:ptLst>
  <dgm:cxnLst>
    <dgm:cxn modelId="{D737D721-8707-4599-83AB-6CBAA34638A3}" srcId="{F7E2FAF2-6DEB-450A-9E2A-FD46A15F4DD4}" destId="{ADFAC8AC-DC37-4740-8051-81DD09B8D567}" srcOrd="2" destOrd="0" parTransId="{4DABECD0-C1AA-47CF-A6DE-7C7D17F336EE}" sibTransId="{B32A2DC0-8260-4BB3-8B4A-EE5938CC0421}"/>
    <dgm:cxn modelId="{A78DC030-8504-45A7-9B35-6184C07C3A9D}" srcId="{F7E2FAF2-6DEB-450A-9E2A-FD46A15F4DD4}" destId="{F7155CCA-9088-46CD-A683-9FDA2E0B2120}" srcOrd="0" destOrd="0" parTransId="{318EA335-DE7A-44F9-9732-68B1FC5890C4}" sibTransId="{09C3836C-3C5E-43AC-8D86-EB3D673D9A35}"/>
    <dgm:cxn modelId="{2C229339-AE41-4600-924F-2D9ED1829898}" type="presOf" srcId="{F7E2FAF2-6DEB-450A-9E2A-FD46A15F4DD4}" destId="{A125C971-CCF1-4480-9298-51EE78F9C1CD}" srcOrd="0" destOrd="0" presId="urn:microsoft.com/office/officeart/2005/8/layout/chevron1"/>
    <dgm:cxn modelId="{86318057-FC50-45C0-8384-772C546FB5B5}" type="presOf" srcId="{F7155CCA-9088-46CD-A683-9FDA2E0B2120}" destId="{40D93799-DB8B-4098-95C1-1CC5C4F3094E}"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312BC0DF-7863-4651-B10F-2700A0EE29DC}" type="presOf" srcId="{03631A11-5AB7-481F-B5FC-2AF27E924574}" destId="{ED7F3690-F486-4797-B1F4-38884E851DD5}" srcOrd="0" destOrd="0" presId="urn:microsoft.com/office/officeart/2005/8/layout/chevron1"/>
    <dgm:cxn modelId="{AE7784E1-42B3-4C54-8B0F-81D4EB1ABD14}" type="presOf" srcId="{ADFAC8AC-DC37-4740-8051-81DD09B8D567}" destId="{12D38AC5-8BCB-4BD9-8370-447991F3D3CD}" srcOrd="0" destOrd="0" presId="urn:microsoft.com/office/officeart/2005/8/layout/chevron1"/>
    <dgm:cxn modelId="{966F9112-087B-4C9B-B8F4-7E5AE45FF4F0}" type="presParOf" srcId="{A125C971-CCF1-4480-9298-51EE78F9C1CD}" destId="{40D93799-DB8B-4098-95C1-1CC5C4F3094E}" srcOrd="0" destOrd="0" presId="urn:microsoft.com/office/officeart/2005/8/layout/chevron1"/>
    <dgm:cxn modelId="{322475B0-A77A-47C2-AA58-07AE67A29E17}" type="presParOf" srcId="{A125C971-CCF1-4480-9298-51EE78F9C1CD}" destId="{233912F6-4735-4AA7-85C4-5ADFBA589B27}" srcOrd="1" destOrd="0" presId="urn:microsoft.com/office/officeart/2005/8/layout/chevron1"/>
    <dgm:cxn modelId="{ACAF6C1B-DAC4-4197-BE18-9E3710AFE842}" type="presParOf" srcId="{A125C971-CCF1-4480-9298-51EE78F9C1CD}" destId="{ED7F3690-F486-4797-B1F4-38884E851DD5}" srcOrd="2" destOrd="0" presId="urn:microsoft.com/office/officeart/2005/8/layout/chevron1"/>
    <dgm:cxn modelId="{D5B9EE22-05E2-4D0B-A204-0E1C16A7B9E3}" type="presParOf" srcId="{A125C971-CCF1-4480-9298-51EE78F9C1CD}" destId="{C3D3620F-5765-4C09-896F-CBBBDA53EBD2}" srcOrd="3" destOrd="0" presId="urn:microsoft.com/office/officeart/2005/8/layout/chevron1"/>
    <dgm:cxn modelId="{80306CB1-657E-4E30-A444-BE3E259405E6}" type="presParOf" srcId="{A125C971-CCF1-4480-9298-51EE78F9C1CD}" destId="{12D38AC5-8BCB-4BD9-8370-447991F3D3CD}"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Select</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1800" b="1" dirty="0"/>
            <a:t>Select From String</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2" custScaleX="34502"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2" custScaleX="45988">
        <dgm:presLayoutVars>
          <dgm:chMax val="0"/>
          <dgm:chPref val="0"/>
          <dgm:bulletEnabled val="1"/>
        </dgm:presLayoutVars>
      </dgm:prSet>
      <dgm:spPr/>
    </dgm:pt>
  </dgm:ptLst>
  <dgm:cxnLst>
    <dgm:cxn modelId="{A78DC030-8504-45A7-9B35-6184C07C3A9D}" srcId="{F7E2FAF2-6DEB-450A-9E2A-FD46A15F4DD4}" destId="{F7155CCA-9088-46CD-A683-9FDA2E0B2120}" srcOrd="0" destOrd="0" parTransId="{318EA335-DE7A-44F9-9732-68B1FC5890C4}" sibTransId="{09C3836C-3C5E-43AC-8D86-EB3D673D9A35}"/>
    <dgm:cxn modelId="{65D65683-2BC3-4F76-A0F3-92EA788EBB67}" type="presOf" srcId="{F7E2FAF2-6DEB-450A-9E2A-FD46A15F4DD4}" destId="{A125C971-CCF1-4480-9298-51EE78F9C1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2326B0C8-B6A8-401E-A849-681AD82080DD}" type="presOf" srcId="{03631A11-5AB7-481F-B5FC-2AF27E924574}" destId="{ED7F3690-F486-4797-B1F4-38884E851DD5}" srcOrd="0" destOrd="0" presId="urn:microsoft.com/office/officeart/2005/8/layout/chevron1"/>
    <dgm:cxn modelId="{7EB068E3-F5C7-42EB-810D-2B54DA8875B1}" type="presOf" srcId="{F7155CCA-9088-46CD-A683-9FDA2E0B2120}" destId="{40D93799-DB8B-4098-95C1-1CC5C4F3094E}" srcOrd="0" destOrd="0" presId="urn:microsoft.com/office/officeart/2005/8/layout/chevron1"/>
    <dgm:cxn modelId="{0AD0BC06-8853-4FB3-9BB5-AF8E0281792B}" type="presParOf" srcId="{A125C971-CCF1-4480-9298-51EE78F9C1CD}" destId="{40D93799-DB8B-4098-95C1-1CC5C4F3094E}" srcOrd="0" destOrd="0" presId="urn:microsoft.com/office/officeart/2005/8/layout/chevron1"/>
    <dgm:cxn modelId="{AB7CB88C-F131-492B-80BE-F1FBCBE330A8}" type="presParOf" srcId="{A125C971-CCF1-4480-9298-51EE78F9C1CD}" destId="{233912F6-4735-4AA7-85C4-5ADFBA589B27}" srcOrd="1" destOrd="0" presId="urn:microsoft.com/office/officeart/2005/8/layout/chevron1"/>
    <dgm:cxn modelId="{518A6C66-089E-4B71-9B6B-27DDE9EA1358}" type="presParOf" srcId="{A125C971-CCF1-4480-9298-51EE78F9C1CD}" destId="{ED7F3690-F486-4797-B1F4-38884E851DD5}" srcOrd="2"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Display</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1800" b="1" dirty="0"/>
            <a:t>CPK</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2" custScaleX="34502"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2" custScaleX="21728">
        <dgm:presLayoutVars>
          <dgm:chMax val="0"/>
          <dgm:chPref val="0"/>
          <dgm:bulletEnabled val="1"/>
        </dgm:presLayoutVars>
      </dgm:prSet>
      <dgm:spPr/>
    </dgm:pt>
  </dgm:ptLst>
  <dgm:cxnLst>
    <dgm:cxn modelId="{29348424-D10E-4481-BBFF-D812A7E7EFA7}" type="presOf" srcId="{F7155CCA-9088-46CD-A683-9FDA2E0B2120}" destId="{40D93799-DB8B-4098-95C1-1CC5C4F3094E}" srcOrd="0" destOrd="0" presId="urn:microsoft.com/office/officeart/2005/8/layout/chevron1"/>
    <dgm:cxn modelId="{A78DC030-8504-45A7-9B35-6184C07C3A9D}" srcId="{F7E2FAF2-6DEB-450A-9E2A-FD46A15F4DD4}" destId="{F7155CCA-9088-46CD-A683-9FDA2E0B2120}" srcOrd="0" destOrd="0" parTransId="{318EA335-DE7A-44F9-9732-68B1FC5890C4}" sibTransId="{09C3836C-3C5E-43AC-8D86-EB3D673D9A35}"/>
    <dgm:cxn modelId="{F0D6A646-E647-40D0-85B0-DC3991F064A5}" type="presOf" srcId="{F7E2FAF2-6DEB-450A-9E2A-FD46A15F4DD4}" destId="{A125C971-CCF1-4480-9298-51EE78F9C1CD}"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5B5BD2D5-B308-44F2-B05F-0D4D53A387CF}" type="presOf" srcId="{03631A11-5AB7-481F-B5FC-2AF27E924574}" destId="{ED7F3690-F486-4797-B1F4-38884E851DD5}" srcOrd="0" destOrd="0" presId="urn:microsoft.com/office/officeart/2005/8/layout/chevron1"/>
    <dgm:cxn modelId="{2ACC3889-DF80-48C7-839A-8C3976088A07}" type="presParOf" srcId="{A125C971-CCF1-4480-9298-51EE78F9C1CD}" destId="{40D93799-DB8B-4098-95C1-1CC5C4F3094E}" srcOrd="0" destOrd="0" presId="urn:microsoft.com/office/officeart/2005/8/layout/chevron1"/>
    <dgm:cxn modelId="{915A43AC-1BCD-402C-8446-FEF71684FBD2}" type="presParOf" srcId="{A125C971-CCF1-4480-9298-51EE78F9C1CD}" destId="{233912F6-4735-4AA7-85C4-5ADFBA589B27}" srcOrd="1" destOrd="0" presId="urn:microsoft.com/office/officeart/2005/8/layout/chevron1"/>
    <dgm:cxn modelId="{80977379-68D1-4B7E-9F5C-569CF3D10285}" type="presParOf" srcId="{A125C971-CCF1-4480-9298-51EE78F9C1CD}" destId="{ED7F3690-F486-4797-B1F4-38884E851DD5}" srcOrd="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Grid</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1800" b="1" dirty="0"/>
            <a:t>Grid Box...</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2" custScaleX="78805"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2" custScaleX="89399">
        <dgm:presLayoutVars>
          <dgm:chMax val="0"/>
          <dgm:chPref val="0"/>
          <dgm:bulletEnabled val="1"/>
        </dgm:presLayoutVars>
      </dgm:prSet>
      <dgm:spPr/>
    </dgm:pt>
  </dgm:ptLst>
  <dgm:cxnLst>
    <dgm:cxn modelId="{A78DC030-8504-45A7-9B35-6184C07C3A9D}" srcId="{F7E2FAF2-6DEB-450A-9E2A-FD46A15F4DD4}" destId="{F7155CCA-9088-46CD-A683-9FDA2E0B2120}" srcOrd="0" destOrd="0" parTransId="{318EA335-DE7A-44F9-9732-68B1FC5890C4}" sibTransId="{09C3836C-3C5E-43AC-8D86-EB3D673D9A35}"/>
    <dgm:cxn modelId="{D9D5DF6A-E578-430E-8FCE-7BBC1D082CE9}" type="presOf" srcId="{F7E2FAF2-6DEB-450A-9E2A-FD46A15F4DD4}" destId="{A125C971-CCF1-4480-9298-51EE78F9C1CD}" srcOrd="0" destOrd="0" presId="urn:microsoft.com/office/officeart/2005/8/layout/chevron1"/>
    <dgm:cxn modelId="{922F5D83-F5BA-4E86-8329-2F3CCECB3D78}" type="presOf" srcId="{F7155CCA-9088-46CD-A683-9FDA2E0B2120}" destId="{40D93799-DB8B-4098-95C1-1CC5C4F3094E}"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7D255BE2-914F-49D8-BB91-3138B0B2F245}" type="presOf" srcId="{03631A11-5AB7-481F-B5FC-2AF27E924574}" destId="{ED7F3690-F486-4797-B1F4-38884E851DD5}" srcOrd="0" destOrd="0" presId="urn:microsoft.com/office/officeart/2005/8/layout/chevron1"/>
    <dgm:cxn modelId="{6EC97C02-741B-46C1-9678-C78446B17760}" type="presParOf" srcId="{A125C971-CCF1-4480-9298-51EE78F9C1CD}" destId="{40D93799-DB8B-4098-95C1-1CC5C4F3094E}" srcOrd="0" destOrd="0" presId="urn:microsoft.com/office/officeart/2005/8/layout/chevron1"/>
    <dgm:cxn modelId="{3403056C-CBCB-4D9E-8B00-40A935FD4533}" type="presParOf" srcId="{A125C971-CCF1-4480-9298-51EE78F9C1CD}" destId="{233912F6-4735-4AA7-85C4-5ADFBA589B27}" srcOrd="1" destOrd="0" presId="urn:microsoft.com/office/officeart/2005/8/layout/chevron1"/>
    <dgm:cxn modelId="{1E395C25-E270-4022-9B87-3A9CE4A49D74}" type="presParOf" srcId="{A125C971-CCF1-4480-9298-51EE78F9C1CD}" destId="{ED7F3690-F486-4797-B1F4-38884E851DD5}" srcOrd="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Grid</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1800" b="1" dirty="0"/>
            <a:t>Output</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9A60939C-3815-4505-AC0D-EEB0A3478D04}">
      <dgm:prSet phldrT="[Text]" custT="1"/>
      <dgm:spPr/>
      <dgm:t>
        <a:bodyPr/>
        <a:lstStyle/>
        <a:p>
          <a:r>
            <a:rPr lang="en-IN" sz="1800" b="1" dirty="0"/>
            <a:t>Save GPF...</a:t>
          </a:r>
        </a:p>
      </dgm:t>
    </dgm:pt>
    <dgm:pt modelId="{B14212CE-56DA-44E8-AE56-07B16919AE2E}" type="parTrans" cxnId="{CE907D2A-2E88-417C-9952-CB1257314979}">
      <dgm:prSet/>
      <dgm:spPr/>
      <dgm:t>
        <a:bodyPr/>
        <a:lstStyle/>
        <a:p>
          <a:endParaRPr lang="en-IN"/>
        </a:p>
      </dgm:t>
    </dgm:pt>
    <dgm:pt modelId="{40DA28C3-9FA2-4670-9E77-4D0C6E847FC7}" type="sibTrans" cxnId="{CE907D2A-2E88-417C-9952-CB1257314979}">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78805"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89399">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9FAC8134-7ABD-4EFF-8A12-BBA3544C09B5}" type="pres">
      <dgm:prSet presAssocID="{9A60939C-3815-4505-AC0D-EEB0A3478D04}" presName="parTxOnly" presStyleLbl="node1" presStyleIdx="2" presStyleCnt="3" custScaleX="89399">
        <dgm:presLayoutVars>
          <dgm:chMax val="0"/>
          <dgm:chPref val="0"/>
          <dgm:bulletEnabled val="1"/>
        </dgm:presLayoutVars>
      </dgm:prSet>
      <dgm:spPr/>
    </dgm:pt>
  </dgm:ptLst>
  <dgm:cxnLst>
    <dgm:cxn modelId="{08643F16-84C7-4101-AE59-AE876CCCF043}" type="presOf" srcId="{F7E2FAF2-6DEB-450A-9E2A-FD46A15F4DD4}" destId="{A125C971-CCF1-4480-9298-51EE78F9C1CD}" srcOrd="0" destOrd="0" presId="urn:microsoft.com/office/officeart/2005/8/layout/chevron1"/>
    <dgm:cxn modelId="{CE907D2A-2E88-417C-9952-CB1257314979}" srcId="{F7E2FAF2-6DEB-450A-9E2A-FD46A15F4DD4}" destId="{9A60939C-3815-4505-AC0D-EEB0A3478D04}" srcOrd="2" destOrd="0" parTransId="{B14212CE-56DA-44E8-AE56-07B16919AE2E}" sibTransId="{40DA28C3-9FA2-4670-9E77-4D0C6E847FC7}"/>
    <dgm:cxn modelId="{A78DC030-8504-45A7-9B35-6184C07C3A9D}" srcId="{F7E2FAF2-6DEB-450A-9E2A-FD46A15F4DD4}" destId="{F7155CCA-9088-46CD-A683-9FDA2E0B2120}" srcOrd="0" destOrd="0" parTransId="{318EA335-DE7A-44F9-9732-68B1FC5890C4}" sibTransId="{09C3836C-3C5E-43AC-8D86-EB3D673D9A35}"/>
    <dgm:cxn modelId="{1956AA4B-3296-4CDB-85DB-751B4C6A8C30}" type="presOf" srcId="{03631A11-5AB7-481F-B5FC-2AF27E924574}" destId="{ED7F3690-F486-4797-B1F4-38884E851DD5}" srcOrd="0" destOrd="0" presId="urn:microsoft.com/office/officeart/2005/8/layout/chevron1"/>
    <dgm:cxn modelId="{6385618E-DF13-4106-A44F-89D092EEB237}" type="presOf" srcId="{9A60939C-3815-4505-AC0D-EEB0A3478D04}" destId="{9FAC8134-7ABD-4EFF-8A12-BBA3544C09B5}"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C07F51C7-69FB-45C2-9671-1EB74D5A52DD}" type="presOf" srcId="{F7155CCA-9088-46CD-A683-9FDA2E0B2120}" destId="{40D93799-DB8B-4098-95C1-1CC5C4F3094E}" srcOrd="0" destOrd="0" presId="urn:microsoft.com/office/officeart/2005/8/layout/chevron1"/>
    <dgm:cxn modelId="{B8156863-1485-43EB-9291-00F6C703916F}" type="presParOf" srcId="{A125C971-CCF1-4480-9298-51EE78F9C1CD}" destId="{40D93799-DB8B-4098-95C1-1CC5C4F3094E}" srcOrd="0" destOrd="0" presId="urn:microsoft.com/office/officeart/2005/8/layout/chevron1"/>
    <dgm:cxn modelId="{EC7BABC6-AC8B-41AB-B645-5CB338050AE0}" type="presParOf" srcId="{A125C971-CCF1-4480-9298-51EE78F9C1CD}" destId="{233912F6-4735-4AA7-85C4-5ADFBA589B27}" srcOrd="1" destOrd="0" presId="urn:microsoft.com/office/officeart/2005/8/layout/chevron1"/>
    <dgm:cxn modelId="{C6266891-20CC-42CC-A2A1-5AC696F82E9C}" type="presParOf" srcId="{A125C971-CCF1-4480-9298-51EE78F9C1CD}" destId="{ED7F3690-F486-4797-B1F4-38884E851DD5}" srcOrd="2" destOrd="0" presId="urn:microsoft.com/office/officeart/2005/8/layout/chevron1"/>
    <dgm:cxn modelId="{59596BCF-B3F7-414E-93E7-D9408539361F}" type="presParOf" srcId="{A125C971-CCF1-4480-9298-51EE78F9C1CD}" destId="{C3D3620F-5765-4C09-896F-CBBBDA53EBD2}" srcOrd="3" destOrd="0" presId="urn:microsoft.com/office/officeart/2005/8/layout/chevron1"/>
    <dgm:cxn modelId="{E8AD7113-1B16-4F22-9550-D5FB4F0DBD4A}" type="presParOf" srcId="{A125C971-CCF1-4480-9298-51EE78F9C1CD}" destId="{9FAC8134-7ABD-4EFF-8A12-BBA3544C09B5}"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Grid</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9A60939C-3815-4505-AC0D-EEB0A3478D04}">
      <dgm:prSet phldrT="[Text]" custT="1"/>
      <dgm:spPr/>
      <dgm:t>
        <a:bodyPr/>
        <a:lstStyle/>
        <a:p>
          <a:r>
            <a:rPr lang="en-IN" sz="1800" b="1" dirty="0"/>
            <a:t>Edit GPF...</a:t>
          </a:r>
        </a:p>
      </dgm:t>
    </dgm:pt>
    <dgm:pt modelId="{B14212CE-56DA-44E8-AE56-07B16919AE2E}" type="parTrans" cxnId="{CE907D2A-2E88-417C-9952-CB1257314979}">
      <dgm:prSet/>
      <dgm:spPr/>
      <dgm:t>
        <a:bodyPr/>
        <a:lstStyle/>
        <a:p>
          <a:endParaRPr lang="en-IN"/>
        </a:p>
      </dgm:t>
    </dgm:pt>
    <dgm:pt modelId="{40DA28C3-9FA2-4670-9E77-4D0C6E847FC7}" type="sibTrans" cxnId="{CE907D2A-2E88-417C-9952-CB1257314979}">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2" custScaleX="78805"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9FAC8134-7ABD-4EFF-8A12-BBA3544C09B5}" type="pres">
      <dgm:prSet presAssocID="{9A60939C-3815-4505-AC0D-EEB0A3478D04}" presName="parTxOnly" presStyleLbl="node1" presStyleIdx="1" presStyleCnt="2" custScaleX="89399">
        <dgm:presLayoutVars>
          <dgm:chMax val="0"/>
          <dgm:chPref val="0"/>
          <dgm:bulletEnabled val="1"/>
        </dgm:presLayoutVars>
      </dgm:prSet>
      <dgm:spPr/>
    </dgm:pt>
  </dgm:ptLst>
  <dgm:cxnLst>
    <dgm:cxn modelId="{3CC1480F-A6B2-438D-BDF4-623C8F204120}" type="presOf" srcId="{9A60939C-3815-4505-AC0D-EEB0A3478D04}" destId="{9FAC8134-7ABD-4EFF-8A12-BBA3544C09B5}" srcOrd="0" destOrd="0" presId="urn:microsoft.com/office/officeart/2005/8/layout/chevron1"/>
    <dgm:cxn modelId="{CE907D2A-2E88-417C-9952-CB1257314979}" srcId="{F7E2FAF2-6DEB-450A-9E2A-FD46A15F4DD4}" destId="{9A60939C-3815-4505-AC0D-EEB0A3478D04}" srcOrd="1" destOrd="0" parTransId="{B14212CE-56DA-44E8-AE56-07B16919AE2E}" sibTransId="{40DA28C3-9FA2-4670-9E77-4D0C6E847FC7}"/>
    <dgm:cxn modelId="{A78DC030-8504-45A7-9B35-6184C07C3A9D}" srcId="{F7E2FAF2-6DEB-450A-9E2A-FD46A15F4DD4}" destId="{F7155CCA-9088-46CD-A683-9FDA2E0B2120}" srcOrd="0" destOrd="0" parTransId="{318EA335-DE7A-44F9-9732-68B1FC5890C4}" sibTransId="{09C3836C-3C5E-43AC-8D86-EB3D673D9A35}"/>
    <dgm:cxn modelId="{EE936BA4-7557-433A-A815-5F0726CC3283}" type="presOf" srcId="{F7E2FAF2-6DEB-450A-9E2A-FD46A15F4DD4}" destId="{A125C971-CCF1-4480-9298-51EE78F9C1CD}" srcOrd="0" destOrd="0" presId="urn:microsoft.com/office/officeart/2005/8/layout/chevron1"/>
    <dgm:cxn modelId="{6F9003C6-2CF7-4FDE-91D9-975C01B5098B}" type="presOf" srcId="{F7155CCA-9088-46CD-A683-9FDA2E0B2120}" destId="{40D93799-DB8B-4098-95C1-1CC5C4F3094E}" srcOrd="0" destOrd="0" presId="urn:microsoft.com/office/officeart/2005/8/layout/chevron1"/>
    <dgm:cxn modelId="{F504A7D2-7ED3-4234-AEC4-05670F432F5B}" type="presParOf" srcId="{A125C971-CCF1-4480-9298-51EE78F9C1CD}" destId="{40D93799-DB8B-4098-95C1-1CC5C4F3094E}" srcOrd="0" destOrd="0" presId="urn:microsoft.com/office/officeart/2005/8/layout/chevron1"/>
    <dgm:cxn modelId="{461F3BF2-938D-4BD4-B145-13C333FE7616}" type="presParOf" srcId="{A125C971-CCF1-4480-9298-51EE78F9C1CD}" destId="{233912F6-4735-4AA7-85C4-5ADFBA589B27}" srcOrd="1" destOrd="0" presId="urn:microsoft.com/office/officeart/2005/8/layout/chevron1"/>
    <dgm:cxn modelId="{28DE055E-1F6D-497C-A147-B0FACA329858}" type="presParOf" srcId="{A125C971-CCF1-4480-9298-51EE78F9C1CD}" destId="{9FAC8134-7ABD-4EFF-8A12-BBA3544C09B5}" srcOrd="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r>
            <a:rPr lang="en-IN" sz="1800" b="1" dirty="0"/>
            <a:t>Docking</a:t>
          </a:r>
        </a:p>
      </dgm:t>
    </dgm:pt>
    <dgm:pt modelId="{318EA335-DE7A-44F9-9732-68B1FC5890C4}" type="parTrans" cxnId="{A78DC030-8504-45A7-9B35-6184C07C3A9D}">
      <dgm:prSet/>
      <dgm:spPr/>
      <dgm:t>
        <a:bodyPr/>
        <a:lstStyle/>
        <a:p>
          <a:endParaRPr lang="en-IN"/>
        </a:p>
      </dgm:t>
    </dgm:pt>
    <dgm:pt modelId="{09C3836C-3C5E-43AC-8D86-EB3D673D9A35}" type="sibTrans" cxnId="{A78DC030-8504-45A7-9B35-6184C07C3A9D}">
      <dgm:prSet/>
      <dgm:spPr/>
      <dgm:t>
        <a:bodyPr/>
        <a:lstStyle/>
        <a:p>
          <a:endParaRPr lang="en-IN"/>
        </a:p>
      </dgm:t>
    </dgm:pt>
    <dgm:pt modelId="{03631A11-5AB7-481F-B5FC-2AF27E924574}">
      <dgm:prSet phldrT="[Text]" custT="1"/>
      <dgm:spPr/>
      <dgm:t>
        <a:bodyPr/>
        <a:lstStyle/>
        <a:p>
          <a:r>
            <a:rPr lang="en-IN" sz="1800" b="1" dirty="0"/>
            <a:t>Macromolecule</a:t>
          </a:r>
        </a:p>
      </dgm:t>
    </dgm:pt>
    <dgm:pt modelId="{20B01CA6-DAF5-4D1D-9AB7-3A8C04C54983}" type="parTrans" cxnId="{4AD5A5A4-707E-46DE-A062-51C387F63CDB}">
      <dgm:prSet/>
      <dgm:spPr/>
      <dgm:t>
        <a:bodyPr/>
        <a:lstStyle/>
        <a:p>
          <a:endParaRPr lang="en-IN"/>
        </a:p>
      </dgm:t>
    </dgm:pt>
    <dgm:pt modelId="{E6A0B372-E460-480E-90E6-3700F69FEA26}" type="sibTrans" cxnId="{4AD5A5A4-707E-46DE-A062-51C387F63CDB}">
      <dgm:prSet/>
      <dgm:spPr/>
      <dgm:t>
        <a:bodyPr/>
        <a:lstStyle/>
        <a:p>
          <a:endParaRPr lang="en-IN"/>
        </a:p>
      </dgm:t>
    </dgm:pt>
    <dgm:pt modelId="{9A60939C-3815-4505-AC0D-EEB0A3478D04}">
      <dgm:prSet phldrT="[Text]" custT="1"/>
      <dgm:spPr/>
      <dgm:t>
        <a:bodyPr/>
        <a:lstStyle/>
        <a:p>
          <a:r>
            <a:rPr lang="en-IN" sz="1800" b="1" dirty="0"/>
            <a:t>Set Rigid Filename...</a:t>
          </a:r>
        </a:p>
      </dgm:t>
    </dgm:pt>
    <dgm:pt modelId="{B14212CE-56DA-44E8-AE56-07B16919AE2E}" type="parTrans" cxnId="{CE907D2A-2E88-417C-9952-CB1257314979}">
      <dgm:prSet/>
      <dgm:spPr/>
      <dgm:t>
        <a:bodyPr/>
        <a:lstStyle/>
        <a:p>
          <a:endParaRPr lang="en-IN"/>
        </a:p>
      </dgm:t>
    </dgm:pt>
    <dgm:pt modelId="{40DA28C3-9FA2-4670-9E77-4D0C6E847FC7}" type="sibTrans" cxnId="{CE907D2A-2E88-417C-9952-CB1257314979}">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30335"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ED7F3690-F486-4797-B1F4-38884E851DD5}" type="pres">
      <dgm:prSet presAssocID="{03631A11-5AB7-481F-B5FC-2AF27E924574}" presName="parTxOnly" presStyleLbl="node1" presStyleIdx="1" presStyleCnt="3" custScaleX="41606">
        <dgm:presLayoutVars>
          <dgm:chMax val="0"/>
          <dgm:chPref val="0"/>
          <dgm:bulletEnabled val="1"/>
        </dgm:presLayoutVars>
      </dgm:prSet>
      <dgm:spPr/>
    </dgm:pt>
    <dgm:pt modelId="{C3D3620F-5765-4C09-896F-CBBBDA53EBD2}" type="pres">
      <dgm:prSet presAssocID="{E6A0B372-E460-480E-90E6-3700F69FEA26}" presName="parTxOnlySpace" presStyleCnt="0"/>
      <dgm:spPr/>
    </dgm:pt>
    <dgm:pt modelId="{9FAC8134-7ABD-4EFF-8A12-BBA3544C09B5}" type="pres">
      <dgm:prSet presAssocID="{9A60939C-3815-4505-AC0D-EEB0A3478D04}" presName="parTxOnly" presStyleLbl="node1" presStyleIdx="2" presStyleCnt="3" custScaleX="43659">
        <dgm:presLayoutVars>
          <dgm:chMax val="0"/>
          <dgm:chPref val="0"/>
          <dgm:bulletEnabled val="1"/>
        </dgm:presLayoutVars>
      </dgm:prSet>
      <dgm:spPr/>
    </dgm:pt>
  </dgm:ptLst>
  <dgm:cxnLst>
    <dgm:cxn modelId="{A712AD0C-DFB2-4300-8FFF-961338E89E58}" type="presOf" srcId="{F7E2FAF2-6DEB-450A-9E2A-FD46A15F4DD4}" destId="{A125C971-CCF1-4480-9298-51EE78F9C1CD}" srcOrd="0" destOrd="0" presId="urn:microsoft.com/office/officeart/2005/8/layout/chevron1"/>
    <dgm:cxn modelId="{D12DFC28-CFF3-4CA2-B7C2-3299965E20A5}" type="presOf" srcId="{F7155CCA-9088-46CD-A683-9FDA2E0B2120}" destId="{40D93799-DB8B-4098-95C1-1CC5C4F3094E}" srcOrd="0" destOrd="0" presId="urn:microsoft.com/office/officeart/2005/8/layout/chevron1"/>
    <dgm:cxn modelId="{CE907D2A-2E88-417C-9952-CB1257314979}" srcId="{F7E2FAF2-6DEB-450A-9E2A-FD46A15F4DD4}" destId="{9A60939C-3815-4505-AC0D-EEB0A3478D04}" srcOrd="2" destOrd="0" parTransId="{B14212CE-56DA-44E8-AE56-07B16919AE2E}" sibTransId="{40DA28C3-9FA2-4670-9E77-4D0C6E847FC7}"/>
    <dgm:cxn modelId="{A78DC030-8504-45A7-9B35-6184C07C3A9D}" srcId="{F7E2FAF2-6DEB-450A-9E2A-FD46A15F4DD4}" destId="{F7155CCA-9088-46CD-A683-9FDA2E0B2120}" srcOrd="0" destOrd="0" parTransId="{318EA335-DE7A-44F9-9732-68B1FC5890C4}" sibTransId="{09C3836C-3C5E-43AC-8D86-EB3D673D9A35}"/>
    <dgm:cxn modelId="{ABCD1F5C-B0F7-46B4-8A0F-B98A65B2ADB0}" type="presOf" srcId="{03631A11-5AB7-481F-B5FC-2AF27E924574}" destId="{ED7F3690-F486-4797-B1F4-38884E851DD5}" srcOrd="0" destOrd="0" presId="urn:microsoft.com/office/officeart/2005/8/layout/chevron1"/>
    <dgm:cxn modelId="{7E54766F-F1B2-49AD-925F-B38BB9B0B670}" type="presOf" srcId="{9A60939C-3815-4505-AC0D-EEB0A3478D04}" destId="{9FAC8134-7ABD-4EFF-8A12-BBA3544C09B5}" srcOrd="0" destOrd="0" presId="urn:microsoft.com/office/officeart/2005/8/layout/chevron1"/>
    <dgm:cxn modelId="{4AD5A5A4-707E-46DE-A062-51C387F63CDB}" srcId="{F7E2FAF2-6DEB-450A-9E2A-FD46A15F4DD4}" destId="{03631A11-5AB7-481F-B5FC-2AF27E924574}" srcOrd="1" destOrd="0" parTransId="{20B01CA6-DAF5-4D1D-9AB7-3A8C04C54983}" sibTransId="{E6A0B372-E460-480E-90E6-3700F69FEA26}"/>
    <dgm:cxn modelId="{DD2F8966-39A8-4DA6-8C5A-298F613160BB}" type="presParOf" srcId="{A125C971-CCF1-4480-9298-51EE78F9C1CD}" destId="{40D93799-DB8B-4098-95C1-1CC5C4F3094E}" srcOrd="0" destOrd="0" presId="urn:microsoft.com/office/officeart/2005/8/layout/chevron1"/>
    <dgm:cxn modelId="{49FB6C63-D112-432A-BF00-C8FE278EAF46}" type="presParOf" srcId="{A125C971-CCF1-4480-9298-51EE78F9C1CD}" destId="{233912F6-4735-4AA7-85C4-5ADFBA589B27}" srcOrd="1" destOrd="0" presId="urn:microsoft.com/office/officeart/2005/8/layout/chevron1"/>
    <dgm:cxn modelId="{9699055B-76AC-4497-A736-66154927113D}" type="presParOf" srcId="{A125C971-CCF1-4480-9298-51EE78F9C1CD}" destId="{ED7F3690-F486-4797-B1F4-38884E851DD5}" srcOrd="2" destOrd="0" presId="urn:microsoft.com/office/officeart/2005/8/layout/chevron1"/>
    <dgm:cxn modelId="{E016FF89-FB8C-4E36-BE1C-F9C984D4D4D0}" type="presParOf" srcId="{A125C971-CCF1-4480-9298-51EE78F9C1CD}" destId="{C3D3620F-5765-4C09-896F-CBBBDA53EBD2}" srcOrd="3" destOrd="0" presId="urn:microsoft.com/office/officeart/2005/8/layout/chevron1"/>
    <dgm:cxn modelId="{16645D64-F448-4555-ADF8-460CB76C0C60}" type="presParOf" srcId="{A125C971-CCF1-4480-9298-51EE78F9C1CD}" destId="{9FAC8134-7ABD-4EFF-8A12-BBA3544C09B5}"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pPr algn="l"/>
          <a:r>
            <a:rPr lang="en-IN" sz="1800" b="1" dirty="0"/>
            <a:t>Analyze</a:t>
          </a:r>
        </a:p>
      </dgm:t>
    </dgm:pt>
    <dgm:pt modelId="{318EA335-DE7A-44F9-9732-68B1FC5890C4}" type="parTrans" cxnId="{A78DC030-8504-45A7-9B35-6184C07C3A9D}">
      <dgm:prSet/>
      <dgm:spPr/>
      <dgm:t>
        <a:bodyPr/>
        <a:lstStyle/>
        <a:p>
          <a:pPr algn="l"/>
          <a:endParaRPr lang="en-IN"/>
        </a:p>
      </dgm:t>
    </dgm:pt>
    <dgm:pt modelId="{09C3836C-3C5E-43AC-8D86-EB3D673D9A35}" type="sibTrans" cxnId="{A78DC030-8504-45A7-9B35-6184C07C3A9D}">
      <dgm:prSet/>
      <dgm:spPr/>
      <dgm:t>
        <a:bodyPr/>
        <a:lstStyle/>
        <a:p>
          <a:pPr algn="l"/>
          <a:endParaRPr lang="en-IN"/>
        </a:p>
      </dgm:t>
    </dgm:pt>
    <dgm:pt modelId="{9A60939C-3815-4505-AC0D-EEB0A3478D04}">
      <dgm:prSet phldrT="[Text]" custT="1"/>
      <dgm:spPr/>
      <dgm:t>
        <a:bodyPr/>
        <a:lstStyle/>
        <a:p>
          <a:pPr algn="l"/>
          <a:r>
            <a:rPr lang="en-IN" sz="1800" b="1" dirty="0"/>
            <a:t>Dockings</a:t>
          </a:r>
        </a:p>
      </dgm:t>
    </dgm:pt>
    <dgm:pt modelId="{B14212CE-56DA-44E8-AE56-07B16919AE2E}" type="parTrans" cxnId="{CE907D2A-2E88-417C-9952-CB1257314979}">
      <dgm:prSet/>
      <dgm:spPr/>
      <dgm:t>
        <a:bodyPr/>
        <a:lstStyle/>
        <a:p>
          <a:pPr algn="l"/>
          <a:endParaRPr lang="en-IN"/>
        </a:p>
      </dgm:t>
    </dgm:pt>
    <dgm:pt modelId="{40DA28C3-9FA2-4670-9E77-4D0C6E847FC7}" type="sibTrans" cxnId="{CE907D2A-2E88-417C-9952-CB1257314979}">
      <dgm:prSet/>
      <dgm:spPr/>
      <dgm:t>
        <a:bodyPr/>
        <a:lstStyle/>
        <a:p>
          <a:pPr algn="l"/>
          <a:endParaRPr lang="en-IN"/>
        </a:p>
      </dgm:t>
    </dgm:pt>
    <dgm:pt modelId="{A1F65E7E-105A-4260-A314-D4EE5282C624}">
      <dgm:prSet phldrT="[Text]" custT="1"/>
      <dgm:spPr/>
      <dgm:t>
        <a:bodyPr/>
        <a:lstStyle/>
        <a:p>
          <a:r>
            <a:rPr lang="en-IN" sz="1800" b="1" dirty="0"/>
            <a:t>Open...</a:t>
          </a:r>
        </a:p>
      </dgm:t>
    </dgm:pt>
    <dgm:pt modelId="{96A2DE9C-2454-4013-BAA9-25BF5DD1FB96}" type="parTrans" cxnId="{BA93DC18-A806-4F5F-9217-351D6FD5237D}">
      <dgm:prSet/>
      <dgm:spPr/>
      <dgm:t>
        <a:bodyPr/>
        <a:lstStyle/>
        <a:p>
          <a:endParaRPr lang="en-IN"/>
        </a:p>
      </dgm:t>
    </dgm:pt>
    <dgm:pt modelId="{77CF452B-163D-4553-AD36-6B69990C1145}" type="sibTrans" cxnId="{BA93DC18-A806-4F5F-9217-351D6FD5237D}">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22607"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9FAC8134-7ABD-4EFF-8A12-BBA3544C09B5}" type="pres">
      <dgm:prSet presAssocID="{9A60939C-3815-4505-AC0D-EEB0A3478D04}" presName="parTxOnly" presStyleLbl="node1" presStyleIdx="1" presStyleCnt="3" custScaleX="26146">
        <dgm:presLayoutVars>
          <dgm:chMax val="0"/>
          <dgm:chPref val="0"/>
          <dgm:bulletEnabled val="1"/>
        </dgm:presLayoutVars>
      </dgm:prSet>
      <dgm:spPr/>
    </dgm:pt>
    <dgm:pt modelId="{7B234354-6E69-4621-A836-AA99A6038E79}" type="pres">
      <dgm:prSet presAssocID="{40DA28C3-9FA2-4670-9E77-4D0C6E847FC7}" presName="parTxOnlySpace" presStyleCnt="0"/>
      <dgm:spPr/>
    </dgm:pt>
    <dgm:pt modelId="{EAAD1B54-F5A5-4C94-95B9-D97A5AB1F11D}" type="pres">
      <dgm:prSet presAssocID="{A1F65E7E-105A-4260-A314-D4EE5282C624}" presName="parTxOnly" presStyleLbl="node1" presStyleIdx="2" presStyleCnt="3" custScaleX="21921">
        <dgm:presLayoutVars>
          <dgm:chMax val="0"/>
          <dgm:chPref val="0"/>
          <dgm:bulletEnabled val="1"/>
        </dgm:presLayoutVars>
      </dgm:prSet>
      <dgm:spPr/>
    </dgm:pt>
  </dgm:ptLst>
  <dgm:cxnLst>
    <dgm:cxn modelId="{BA93DC18-A806-4F5F-9217-351D6FD5237D}" srcId="{F7E2FAF2-6DEB-450A-9E2A-FD46A15F4DD4}" destId="{A1F65E7E-105A-4260-A314-D4EE5282C624}" srcOrd="2" destOrd="0" parTransId="{96A2DE9C-2454-4013-BAA9-25BF5DD1FB96}" sibTransId="{77CF452B-163D-4553-AD36-6B69990C1145}"/>
    <dgm:cxn modelId="{D26F9629-6A6D-496C-933D-46B84432066F}" type="presOf" srcId="{9A60939C-3815-4505-AC0D-EEB0A3478D04}" destId="{9FAC8134-7ABD-4EFF-8A12-BBA3544C09B5}" srcOrd="0" destOrd="0" presId="urn:microsoft.com/office/officeart/2005/8/layout/chevron1"/>
    <dgm:cxn modelId="{CE907D2A-2E88-417C-9952-CB1257314979}" srcId="{F7E2FAF2-6DEB-450A-9E2A-FD46A15F4DD4}" destId="{9A60939C-3815-4505-AC0D-EEB0A3478D04}" srcOrd="1" destOrd="0" parTransId="{B14212CE-56DA-44E8-AE56-07B16919AE2E}" sibTransId="{40DA28C3-9FA2-4670-9E77-4D0C6E847FC7}"/>
    <dgm:cxn modelId="{A78DC030-8504-45A7-9B35-6184C07C3A9D}" srcId="{F7E2FAF2-6DEB-450A-9E2A-FD46A15F4DD4}" destId="{F7155CCA-9088-46CD-A683-9FDA2E0B2120}" srcOrd="0" destOrd="0" parTransId="{318EA335-DE7A-44F9-9732-68B1FC5890C4}" sibTransId="{09C3836C-3C5E-43AC-8D86-EB3D673D9A35}"/>
    <dgm:cxn modelId="{0F1B6C3A-41E5-4135-A6DF-99188FF52AAC}" type="presOf" srcId="{F7155CCA-9088-46CD-A683-9FDA2E0B2120}" destId="{40D93799-DB8B-4098-95C1-1CC5C4F3094E}" srcOrd="0" destOrd="0" presId="urn:microsoft.com/office/officeart/2005/8/layout/chevron1"/>
    <dgm:cxn modelId="{4D0BC881-5C58-4D3C-99A2-D5E7A3928090}" type="presOf" srcId="{A1F65E7E-105A-4260-A314-D4EE5282C624}" destId="{EAAD1B54-F5A5-4C94-95B9-D97A5AB1F11D}" srcOrd="0" destOrd="0" presId="urn:microsoft.com/office/officeart/2005/8/layout/chevron1"/>
    <dgm:cxn modelId="{1795FBD0-02F5-46DE-B372-F5A31552B25F}" type="presOf" srcId="{F7E2FAF2-6DEB-450A-9E2A-FD46A15F4DD4}" destId="{A125C971-CCF1-4480-9298-51EE78F9C1CD}" srcOrd="0" destOrd="0" presId="urn:microsoft.com/office/officeart/2005/8/layout/chevron1"/>
    <dgm:cxn modelId="{AAC35146-49E3-46FF-81DB-E4185438F08D}" type="presParOf" srcId="{A125C971-CCF1-4480-9298-51EE78F9C1CD}" destId="{40D93799-DB8B-4098-95C1-1CC5C4F3094E}" srcOrd="0" destOrd="0" presId="urn:microsoft.com/office/officeart/2005/8/layout/chevron1"/>
    <dgm:cxn modelId="{8CB3F971-4393-4583-8F81-5B268F7567F4}" type="presParOf" srcId="{A125C971-CCF1-4480-9298-51EE78F9C1CD}" destId="{233912F6-4735-4AA7-85C4-5ADFBA589B27}" srcOrd="1" destOrd="0" presId="urn:microsoft.com/office/officeart/2005/8/layout/chevron1"/>
    <dgm:cxn modelId="{4075E84D-F4FE-42DA-8512-4557D8415878}" type="presParOf" srcId="{A125C971-CCF1-4480-9298-51EE78F9C1CD}" destId="{9FAC8134-7ABD-4EFF-8A12-BBA3544C09B5}" srcOrd="2" destOrd="0" presId="urn:microsoft.com/office/officeart/2005/8/layout/chevron1"/>
    <dgm:cxn modelId="{E792C97F-51F6-406A-B39E-40D48B2026CE}" type="presParOf" srcId="{A125C971-CCF1-4480-9298-51EE78F9C1CD}" destId="{7B234354-6E69-4621-A836-AA99A6038E79}" srcOrd="3" destOrd="0" presId="urn:microsoft.com/office/officeart/2005/8/layout/chevron1"/>
    <dgm:cxn modelId="{C2DE7B8F-B83B-4F6F-A4B7-BA0FB4A16559}" type="presParOf" srcId="{A125C971-CCF1-4480-9298-51EE78F9C1CD}" destId="{EAAD1B54-F5A5-4C94-95B9-D97A5AB1F11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pPr algn="l"/>
          <a:r>
            <a:rPr lang="en-IN" sz="1800" b="1" dirty="0"/>
            <a:t>Analyze</a:t>
          </a:r>
        </a:p>
      </dgm:t>
    </dgm:pt>
    <dgm:pt modelId="{318EA335-DE7A-44F9-9732-68B1FC5890C4}" type="parTrans" cxnId="{A78DC030-8504-45A7-9B35-6184C07C3A9D}">
      <dgm:prSet/>
      <dgm:spPr/>
      <dgm:t>
        <a:bodyPr/>
        <a:lstStyle/>
        <a:p>
          <a:pPr algn="l"/>
          <a:endParaRPr lang="en-IN"/>
        </a:p>
      </dgm:t>
    </dgm:pt>
    <dgm:pt modelId="{09C3836C-3C5E-43AC-8D86-EB3D673D9A35}" type="sibTrans" cxnId="{A78DC030-8504-45A7-9B35-6184C07C3A9D}">
      <dgm:prSet/>
      <dgm:spPr/>
      <dgm:t>
        <a:bodyPr/>
        <a:lstStyle/>
        <a:p>
          <a:pPr algn="l"/>
          <a:endParaRPr lang="en-IN"/>
        </a:p>
      </dgm:t>
    </dgm:pt>
    <dgm:pt modelId="{9A60939C-3815-4505-AC0D-EEB0A3478D04}">
      <dgm:prSet phldrT="[Text]" custT="1"/>
      <dgm:spPr/>
      <dgm:t>
        <a:bodyPr/>
        <a:lstStyle/>
        <a:p>
          <a:pPr algn="l"/>
          <a:r>
            <a:rPr lang="en-IN" sz="1800" b="1" dirty="0"/>
            <a:t>Macromolecule</a:t>
          </a:r>
        </a:p>
      </dgm:t>
    </dgm:pt>
    <dgm:pt modelId="{B14212CE-56DA-44E8-AE56-07B16919AE2E}" type="parTrans" cxnId="{CE907D2A-2E88-417C-9952-CB1257314979}">
      <dgm:prSet/>
      <dgm:spPr/>
      <dgm:t>
        <a:bodyPr/>
        <a:lstStyle/>
        <a:p>
          <a:pPr algn="l"/>
          <a:endParaRPr lang="en-IN"/>
        </a:p>
      </dgm:t>
    </dgm:pt>
    <dgm:pt modelId="{40DA28C3-9FA2-4670-9E77-4D0C6E847FC7}" type="sibTrans" cxnId="{CE907D2A-2E88-417C-9952-CB1257314979}">
      <dgm:prSet/>
      <dgm:spPr/>
      <dgm:t>
        <a:bodyPr/>
        <a:lstStyle/>
        <a:p>
          <a:pPr algn="l"/>
          <a:endParaRPr lang="en-IN"/>
        </a:p>
      </dgm:t>
    </dgm:pt>
    <dgm:pt modelId="{A1F65E7E-105A-4260-A314-D4EE5282C624}">
      <dgm:prSet phldrT="[Text]" custT="1"/>
      <dgm:spPr/>
      <dgm:t>
        <a:bodyPr/>
        <a:lstStyle/>
        <a:p>
          <a:r>
            <a:rPr lang="en-IN" sz="1800" b="1" dirty="0"/>
            <a:t>Open...</a:t>
          </a:r>
        </a:p>
      </dgm:t>
    </dgm:pt>
    <dgm:pt modelId="{96A2DE9C-2454-4013-BAA9-25BF5DD1FB96}" type="parTrans" cxnId="{BA93DC18-A806-4F5F-9217-351D6FD5237D}">
      <dgm:prSet/>
      <dgm:spPr/>
      <dgm:t>
        <a:bodyPr/>
        <a:lstStyle/>
        <a:p>
          <a:endParaRPr lang="en-IN"/>
        </a:p>
      </dgm:t>
    </dgm:pt>
    <dgm:pt modelId="{77CF452B-163D-4553-AD36-6B69990C1145}" type="sibTrans" cxnId="{BA93DC18-A806-4F5F-9217-351D6FD5237D}">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22607"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9FAC8134-7ABD-4EFF-8A12-BBA3544C09B5}" type="pres">
      <dgm:prSet presAssocID="{9A60939C-3815-4505-AC0D-EEB0A3478D04}" presName="parTxOnly" presStyleLbl="node1" presStyleIdx="1" presStyleCnt="3" custScaleX="32073">
        <dgm:presLayoutVars>
          <dgm:chMax val="0"/>
          <dgm:chPref val="0"/>
          <dgm:bulletEnabled val="1"/>
        </dgm:presLayoutVars>
      </dgm:prSet>
      <dgm:spPr/>
    </dgm:pt>
    <dgm:pt modelId="{7B234354-6E69-4621-A836-AA99A6038E79}" type="pres">
      <dgm:prSet presAssocID="{40DA28C3-9FA2-4670-9E77-4D0C6E847FC7}" presName="parTxOnlySpace" presStyleCnt="0"/>
      <dgm:spPr/>
    </dgm:pt>
    <dgm:pt modelId="{EAAD1B54-F5A5-4C94-95B9-D97A5AB1F11D}" type="pres">
      <dgm:prSet presAssocID="{A1F65E7E-105A-4260-A314-D4EE5282C624}" presName="parTxOnly" presStyleLbl="node1" presStyleIdx="2" presStyleCnt="3" custScaleX="21921">
        <dgm:presLayoutVars>
          <dgm:chMax val="0"/>
          <dgm:chPref val="0"/>
          <dgm:bulletEnabled val="1"/>
        </dgm:presLayoutVars>
      </dgm:prSet>
      <dgm:spPr/>
    </dgm:pt>
  </dgm:ptLst>
  <dgm:cxnLst>
    <dgm:cxn modelId="{BA93DC18-A806-4F5F-9217-351D6FD5237D}" srcId="{F7E2FAF2-6DEB-450A-9E2A-FD46A15F4DD4}" destId="{A1F65E7E-105A-4260-A314-D4EE5282C624}" srcOrd="2" destOrd="0" parTransId="{96A2DE9C-2454-4013-BAA9-25BF5DD1FB96}" sibTransId="{77CF452B-163D-4553-AD36-6B69990C1145}"/>
    <dgm:cxn modelId="{61FB0119-785B-4985-89AD-445BFDA2B2EC}" type="presOf" srcId="{A1F65E7E-105A-4260-A314-D4EE5282C624}" destId="{EAAD1B54-F5A5-4C94-95B9-D97A5AB1F11D}" srcOrd="0" destOrd="0" presId="urn:microsoft.com/office/officeart/2005/8/layout/chevron1"/>
    <dgm:cxn modelId="{CE907D2A-2E88-417C-9952-CB1257314979}" srcId="{F7E2FAF2-6DEB-450A-9E2A-FD46A15F4DD4}" destId="{9A60939C-3815-4505-AC0D-EEB0A3478D04}" srcOrd="1" destOrd="0" parTransId="{B14212CE-56DA-44E8-AE56-07B16919AE2E}" sibTransId="{40DA28C3-9FA2-4670-9E77-4D0C6E847FC7}"/>
    <dgm:cxn modelId="{A78DC030-8504-45A7-9B35-6184C07C3A9D}" srcId="{F7E2FAF2-6DEB-450A-9E2A-FD46A15F4DD4}" destId="{F7155CCA-9088-46CD-A683-9FDA2E0B2120}" srcOrd="0" destOrd="0" parTransId="{318EA335-DE7A-44F9-9732-68B1FC5890C4}" sibTransId="{09C3836C-3C5E-43AC-8D86-EB3D673D9A35}"/>
    <dgm:cxn modelId="{5631F143-AC1F-4BF5-8DE5-91363EEAC1D2}" type="presOf" srcId="{9A60939C-3815-4505-AC0D-EEB0A3478D04}" destId="{9FAC8134-7ABD-4EFF-8A12-BBA3544C09B5}" srcOrd="0" destOrd="0" presId="urn:microsoft.com/office/officeart/2005/8/layout/chevron1"/>
    <dgm:cxn modelId="{741255C0-03D9-4D47-9503-CDA6B9CA5A32}" type="presOf" srcId="{F7155CCA-9088-46CD-A683-9FDA2E0B2120}" destId="{40D93799-DB8B-4098-95C1-1CC5C4F3094E}" srcOrd="0" destOrd="0" presId="urn:microsoft.com/office/officeart/2005/8/layout/chevron1"/>
    <dgm:cxn modelId="{3F90E3F9-F789-40ED-ACC4-ADF324314889}" type="presOf" srcId="{F7E2FAF2-6DEB-450A-9E2A-FD46A15F4DD4}" destId="{A125C971-CCF1-4480-9298-51EE78F9C1CD}" srcOrd="0" destOrd="0" presId="urn:microsoft.com/office/officeart/2005/8/layout/chevron1"/>
    <dgm:cxn modelId="{F1EB0AC5-477A-4546-AD7C-D090322E74B1}" type="presParOf" srcId="{A125C971-CCF1-4480-9298-51EE78F9C1CD}" destId="{40D93799-DB8B-4098-95C1-1CC5C4F3094E}" srcOrd="0" destOrd="0" presId="urn:microsoft.com/office/officeart/2005/8/layout/chevron1"/>
    <dgm:cxn modelId="{087A813D-8976-4373-AD34-6719FCF6B463}" type="presParOf" srcId="{A125C971-CCF1-4480-9298-51EE78F9C1CD}" destId="{233912F6-4735-4AA7-85C4-5ADFBA589B27}" srcOrd="1" destOrd="0" presId="urn:microsoft.com/office/officeart/2005/8/layout/chevron1"/>
    <dgm:cxn modelId="{A95D7C76-CE3A-4CD7-BA3A-2C99310F4AA8}" type="presParOf" srcId="{A125C971-CCF1-4480-9298-51EE78F9C1CD}" destId="{9FAC8134-7ABD-4EFF-8A12-BBA3544C09B5}" srcOrd="2" destOrd="0" presId="urn:microsoft.com/office/officeart/2005/8/layout/chevron1"/>
    <dgm:cxn modelId="{AAD2D00C-9B95-4D23-87D0-D691006185EF}" type="presParOf" srcId="{A125C971-CCF1-4480-9298-51EE78F9C1CD}" destId="{7B234354-6E69-4621-A836-AA99A6038E79}" srcOrd="3" destOrd="0" presId="urn:microsoft.com/office/officeart/2005/8/layout/chevron1"/>
    <dgm:cxn modelId="{51033228-0188-4029-98F0-543E4BC1E5AF}" type="presParOf" srcId="{A125C971-CCF1-4480-9298-51EE78F9C1CD}" destId="{EAAD1B54-F5A5-4C94-95B9-D97A5AB1F11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7E2FAF2-6DEB-450A-9E2A-FD46A15F4DD4}" type="doc">
      <dgm:prSet loTypeId="urn:microsoft.com/office/officeart/2005/8/layout/chevron1" loCatId="process" qsTypeId="urn:microsoft.com/office/officeart/2005/8/quickstyle/simple1" qsCatId="simple" csTypeId="urn:microsoft.com/office/officeart/2005/8/colors/accent1_2" csCatId="accent1" phldr="1"/>
      <dgm:spPr/>
    </dgm:pt>
    <dgm:pt modelId="{F7155CCA-9088-46CD-A683-9FDA2E0B2120}">
      <dgm:prSet phldrT="[Text]" custT="1"/>
      <dgm:spPr/>
      <dgm:t>
        <a:bodyPr/>
        <a:lstStyle/>
        <a:p>
          <a:pPr algn="l"/>
          <a:r>
            <a:rPr lang="en-IN" sz="1800" b="1" dirty="0"/>
            <a:t>Analyze</a:t>
          </a:r>
        </a:p>
      </dgm:t>
    </dgm:pt>
    <dgm:pt modelId="{318EA335-DE7A-44F9-9732-68B1FC5890C4}" type="parTrans" cxnId="{A78DC030-8504-45A7-9B35-6184C07C3A9D}">
      <dgm:prSet/>
      <dgm:spPr/>
      <dgm:t>
        <a:bodyPr/>
        <a:lstStyle/>
        <a:p>
          <a:pPr algn="l"/>
          <a:endParaRPr lang="en-IN"/>
        </a:p>
      </dgm:t>
    </dgm:pt>
    <dgm:pt modelId="{09C3836C-3C5E-43AC-8D86-EB3D673D9A35}" type="sibTrans" cxnId="{A78DC030-8504-45A7-9B35-6184C07C3A9D}">
      <dgm:prSet/>
      <dgm:spPr/>
      <dgm:t>
        <a:bodyPr/>
        <a:lstStyle/>
        <a:p>
          <a:pPr algn="l"/>
          <a:endParaRPr lang="en-IN"/>
        </a:p>
      </dgm:t>
    </dgm:pt>
    <dgm:pt modelId="{9A60939C-3815-4505-AC0D-EEB0A3478D04}">
      <dgm:prSet phldrT="[Text]" custT="1"/>
      <dgm:spPr/>
      <dgm:t>
        <a:bodyPr/>
        <a:lstStyle/>
        <a:p>
          <a:pPr algn="l"/>
          <a:r>
            <a:rPr lang="en-IN" sz="1800" b="1" dirty="0"/>
            <a:t>Conformations</a:t>
          </a:r>
        </a:p>
      </dgm:t>
    </dgm:pt>
    <dgm:pt modelId="{B14212CE-56DA-44E8-AE56-07B16919AE2E}" type="parTrans" cxnId="{CE907D2A-2E88-417C-9952-CB1257314979}">
      <dgm:prSet/>
      <dgm:spPr/>
      <dgm:t>
        <a:bodyPr/>
        <a:lstStyle/>
        <a:p>
          <a:pPr algn="l"/>
          <a:endParaRPr lang="en-IN"/>
        </a:p>
      </dgm:t>
    </dgm:pt>
    <dgm:pt modelId="{40DA28C3-9FA2-4670-9E77-4D0C6E847FC7}" type="sibTrans" cxnId="{CE907D2A-2E88-417C-9952-CB1257314979}">
      <dgm:prSet/>
      <dgm:spPr/>
      <dgm:t>
        <a:bodyPr/>
        <a:lstStyle/>
        <a:p>
          <a:pPr algn="l"/>
          <a:endParaRPr lang="en-IN"/>
        </a:p>
      </dgm:t>
    </dgm:pt>
    <dgm:pt modelId="{A1F65E7E-105A-4260-A314-D4EE5282C624}">
      <dgm:prSet phldrT="[Text]" custT="1"/>
      <dgm:spPr/>
      <dgm:t>
        <a:bodyPr/>
        <a:lstStyle/>
        <a:p>
          <a:r>
            <a:rPr lang="en-IN" sz="1800" b="1" dirty="0"/>
            <a:t>Play, ranked by energy...</a:t>
          </a:r>
        </a:p>
      </dgm:t>
    </dgm:pt>
    <dgm:pt modelId="{96A2DE9C-2454-4013-BAA9-25BF5DD1FB96}" type="parTrans" cxnId="{BA93DC18-A806-4F5F-9217-351D6FD5237D}">
      <dgm:prSet/>
      <dgm:spPr/>
      <dgm:t>
        <a:bodyPr/>
        <a:lstStyle/>
        <a:p>
          <a:endParaRPr lang="en-IN"/>
        </a:p>
      </dgm:t>
    </dgm:pt>
    <dgm:pt modelId="{77CF452B-163D-4553-AD36-6B69990C1145}" type="sibTrans" cxnId="{BA93DC18-A806-4F5F-9217-351D6FD5237D}">
      <dgm:prSet/>
      <dgm:spPr/>
      <dgm:t>
        <a:bodyPr/>
        <a:lstStyle/>
        <a:p>
          <a:endParaRPr lang="en-IN"/>
        </a:p>
      </dgm:t>
    </dgm:pt>
    <dgm:pt modelId="{A125C971-CCF1-4480-9298-51EE78F9C1CD}" type="pres">
      <dgm:prSet presAssocID="{F7E2FAF2-6DEB-450A-9E2A-FD46A15F4DD4}" presName="Name0" presStyleCnt="0">
        <dgm:presLayoutVars>
          <dgm:dir/>
          <dgm:animLvl val="lvl"/>
          <dgm:resizeHandles val="exact"/>
        </dgm:presLayoutVars>
      </dgm:prSet>
      <dgm:spPr/>
    </dgm:pt>
    <dgm:pt modelId="{40D93799-DB8B-4098-95C1-1CC5C4F3094E}" type="pres">
      <dgm:prSet presAssocID="{F7155CCA-9088-46CD-A683-9FDA2E0B2120}" presName="parTxOnly" presStyleLbl="node1" presStyleIdx="0" presStyleCnt="3" custScaleX="22607" custLinFactNeighborY="14286">
        <dgm:presLayoutVars>
          <dgm:chMax val="0"/>
          <dgm:chPref val="0"/>
          <dgm:bulletEnabled val="1"/>
        </dgm:presLayoutVars>
      </dgm:prSet>
      <dgm:spPr/>
    </dgm:pt>
    <dgm:pt modelId="{233912F6-4735-4AA7-85C4-5ADFBA589B27}" type="pres">
      <dgm:prSet presAssocID="{09C3836C-3C5E-43AC-8D86-EB3D673D9A35}" presName="parTxOnlySpace" presStyleCnt="0"/>
      <dgm:spPr/>
    </dgm:pt>
    <dgm:pt modelId="{9FAC8134-7ABD-4EFF-8A12-BBA3544C09B5}" type="pres">
      <dgm:prSet presAssocID="{9A60939C-3815-4505-AC0D-EEB0A3478D04}" presName="parTxOnly" presStyleLbl="node1" presStyleIdx="1" presStyleCnt="3" custScaleX="32073">
        <dgm:presLayoutVars>
          <dgm:chMax val="0"/>
          <dgm:chPref val="0"/>
          <dgm:bulletEnabled val="1"/>
        </dgm:presLayoutVars>
      </dgm:prSet>
      <dgm:spPr/>
    </dgm:pt>
    <dgm:pt modelId="{7B234354-6E69-4621-A836-AA99A6038E79}" type="pres">
      <dgm:prSet presAssocID="{40DA28C3-9FA2-4670-9E77-4D0C6E847FC7}" presName="parTxOnlySpace" presStyleCnt="0"/>
      <dgm:spPr/>
    </dgm:pt>
    <dgm:pt modelId="{EAAD1B54-F5A5-4C94-95B9-D97A5AB1F11D}" type="pres">
      <dgm:prSet presAssocID="{A1F65E7E-105A-4260-A314-D4EE5282C624}" presName="parTxOnly" presStyleLbl="node1" presStyleIdx="2" presStyleCnt="3" custScaleX="38118">
        <dgm:presLayoutVars>
          <dgm:chMax val="0"/>
          <dgm:chPref val="0"/>
          <dgm:bulletEnabled val="1"/>
        </dgm:presLayoutVars>
      </dgm:prSet>
      <dgm:spPr/>
    </dgm:pt>
  </dgm:ptLst>
  <dgm:cxnLst>
    <dgm:cxn modelId="{BA93DC18-A806-4F5F-9217-351D6FD5237D}" srcId="{F7E2FAF2-6DEB-450A-9E2A-FD46A15F4DD4}" destId="{A1F65E7E-105A-4260-A314-D4EE5282C624}" srcOrd="2" destOrd="0" parTransId="{96A2DE9C-2454-4013-BAA9-25BF5DD1FB96}" sibTransId="{77CF452B-163D-4553-AD36-6B69990C1145}"/>
    <dgm:cxn modelId="{9C6EEC22-ACEE-4E89-859D-1782EEFDD65A}" type="presOf" srcId="{9A60939C-3815-4505-AC0D-EEB0A3478D04}" destId="{9FAC8134-7ABD-4EFF-8A12-BBA3544C09B5}" srcOrd="0" destOrd="0" presId="urn:microsoft.com/office/officeart/2005/8/layout/chevron1"/>
    <dgm:cxn modelId="{CE907D2A-2E88-417C-9952-CB1257314979}" srcId="{F7E2FAF2-6DEB-450A-9E2A-FD46A15F4DD4}" destId="{9A60939C-3815-4505-AC0D-EEB0A3478D04}" srcOrd="1" destOrd="0" parTransId="{B14212CE-56DA-44E8-AE56-07B16919AE2E}" sibTransId="{40DA28C3-9FA2-4670-9E77-4D0C6E847FC7}"/>
    <dgm:cxn modelId="{A78DC030-8504-45A7-9B35-6184C07C3A9D}" srcId="{F7E2FAF2-6DEB-450A-9E2A-FD46A15F4DD4}" destId="{F7155CCA-9088-46CD-A683-9FDA2E0B2120}" srcOrd="0" destOrd="0" parTransId="{318EA335-DE7A-44F9-9732-68B1FC5890C4}" sibTransId="{09C3836C-3C5E-43AC-8D86-EB3D673D9A35}"/>
    <dgm:cxn modelId="{8E907963-829F-4192-AA2F-FE3DEF526759}" type="presOf" srcId="{F7155CCA-9088-46CD-A683-9FDA2E0B2120}" destId="{40D93799-DB8B-4098-95C1-1CC5C4F3094E}" srcOrd="0" destOrd="0" presId="urn:microsoft.com/office/officeart/2005/8/layout/chevron1"/>
    <dgm:cxn modelId="{D61F7890-280B-4979-9C27-C7F495E4A1BF}" type="presOf" srcId="{A1F65E7E-105A-4260-A314-D4EE5282C624}" destId="{EAAD1B54-F5A5-4C94-95B9-D97A5AB1F11D}" srcOrd="0" destOrd="0" presId="urn:microsoft.com/office/officeart/2005/8/layout/chevron1"/>
    <dgm:cxn modelId="{CB2EEADE-6200-4EDE-8844-5C2D96A35094}" type="presOf" srcId="{F7E2FAF2-6DEB-450A-9E2A-FD46A15F4DD4}" destId="{A125C971-CCF1-4480-9298-51EE78F9C1CD}" srcOrd="0" destOrd="0" presId="urn:microsoft.com/office/officeart/2005/8/layout/chevron1"/>
    <dgm:cxn modelId="{266CD5B4-EC67-4D6E-813B-728552658EFB}" type="presParOf" srcId="{A125C971-CCF1-4480-9298-51EE78F9C1CD}" destId="{40D93799-DB8B-4098-95C1-1CC5C4F3094E}" srcOrd="0" destOrd="0" presId="urn:microsoft.com/office/officeart/2005/8/layout/chevron1"/>
    <dgm:cxn modelId="{61D8B8CC-6C29-445B-89D6-13AE8B2B285A}" type="presParOf" srcId="{A125C971-CCF1-4480-9298-51EE78F9C1CD}" destId="{233912F6-4735-4AA7-85C4-5ADFBA589B27}" srcOrd="1" destOrd="0" presId="urn:microsoft.com/office/officeart/2005/8/layout/chevron1"/>
    <dgm:cxn modelId="{66F85456-534A-4CF8-BC2C-FB8412AC0B6F}" type="presParOf" srcId="{A125C971-CCF1-4480-9298-51EE78F9C1CD}" destId="{9FAC8134-7ABD-4EFF-8A12-BBA3544C09B5}" srcOrd="2" destOrd="0" presId="urn:microsoft.com/office/officeart/2005/8/layout/chevron1"/>
    <dgm:cxn modelId="{65AE1D05-F9AA-401C-AA10-EB9523CC70AA}" type="presParOf" srcId="{A125C971-CCF1-4480-9298-51EE78F9C1CD}" destId="{7B234354-6E69-4621-A836-AA99A6038E79}" srcOrd="3" destOrd="0" presId="urn:microsoft.com/office/officeart/2005/8/layout/chevron1"/>
    <dgm:cxn modelId="{236A448A-767C-4097-B933-341EBF6160B4}" type="presParOf" srcId="{A125C971-CCF1-4480-9298-51EE78F9C1CD}" destId="{EAAD1B54-F5A5-4C94-95B9-D97A5AB1F11D}"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409" y="605149"/>
          <a:ext cx="1691071" cy="67642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File</a:t>
          </a:r>
        </a:p>
      </dsp:txBody>
      <dsp:txXfrm>
        <a:off x="339623" y="605149"/>
        <a:ext cx="1014643" cy="676428"/>
      </dsp:txXfrm>
    </dsp:sp>
    <dsp:sp modelId="{ED7F3690-F486-4797-B1F4-38884E851DD5}">
      <dsp:nvSpPr>
        <dsp:cNvPr id="0" name=""/>
        <dsp:cNvSpPr/>
      </dsp:nvSpPr>
      <dsp:spPr>
        <a:xfrm>
          <a:off x="1523373" y="605149"/>
          <a:ext cx="2964921" cy="67642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Read Molecule</a:t>
          </a:r>
        </a:p>
      </dsp:txBody>
      <dsp:txXfrm>
        <a:off x="1861587" y="605149"/>
        <a:ext cx="2288493" cy="676428"/>
      </dsp:txXfrm>
    </dsp:sp>
    <dsp:sp modelId="{12D38AC5-8BCB-4BD9-8370-447991F3D3CD}">
      <dsp:nvSpPr>
        <dsp:cNvPr id="0" name=""/>
        <dsp:cNvSpPr/>
      </dsp:nvSpPr>
      <dsp:spPr>
        <a:xfrm>
          <a:off x="4319187" y="605149"/>
          <a:ext cx="2894640" cy="67642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Open the PDB file</a:t>
          </a:r>
        </a:p>
      </dsp:txBody>
      <dsp:txXfrm>
        <a:off x="4657401" y="605149"/>
        <a:ext cx="2218212" cy="6764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2898" y="957961"/>
          <a:ext cx="1687190" cy="67487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Edit</a:t>
          </a:r>
        </a:p>
      </dsp:txBody>
      <dsp:txXfrm>
        <a:off x="340336" y="957961"/>
        <a:ext cx="1012314" cy="674876"/>
      </dsp:txXfrm>
    </dsp:sp>
    <dsp:sp modelId="{ED7F3690-F486-4797-B1F4-38884E851DD5}">
      <dsp:nvSpPr>
        <dsp:cNvPr id="0" name=""/>
        <dsp:cNvSpPr/>
      </dsp:nvSpPr>
      <dsp:spPr>
        <a:xfrm>
          <a:off x="1521369" y="957961"/>
          <a:ext cx="1687190" cy="67487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err="1"/>
            <a:t>Hydrogens</a:t>
          </a:r>
          <a:endParaRPr lang="en-IN" sz="1600" b="1" kern="1200" dirty="0"/>
        </a:p>
      </dsp:txBody>
      <dsp:txXfrm>
        <a:off x="1858807" y="957961"/>
        <a:ext cx="1012314" cy="674876"/>
      </dsp:txXfrm>
    </dsp:sp>
    <dsp:sp modelId="{12D38AC5-8BCB-4BD9-8370-447991F3D3CD}">
      <dsp:nvSpPr>
        <dsp:cNvPr id="0" name=""/>
        <dsp:cNvSpPr/>
      </dsp:nvSpPr>
      <dsp:spPr>
        <a:xfrm>
          <a:off x="3039840" y="957961"/>
          <a:ext cx="1687190" cy="67487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Add </a:t>
          </a:r>
        </a:p>
      </dsp:txBody>
      <dsp:txXfrm>
        <a:off x="3377278" y="957961"/>
        <a:ext cx="1012314" cy="674876"/>
      </dsp:txXfrm>
    </dsp:sp>
    <dsp:sp modelId="{0828A38F-303A-4D35-B3A8-00EC077BF566}">
      <dsp:nvSpPr>
        <dsp:cNvPr id="0" name=""/>
        <dsp:cNvSpPr/>
      </dsp:nvSpPr>
      <dsp:spPr>
        <a:xfrm>
          <a:off x="4558312" y="957961"/>
          <a:ext cx="1687190" cy="67487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OK</a:t>
          </a:r>
        </a:p>
      </dsp:txBody>
      <dsp:txXfrm>
        <a:off x="4895750" y="957961"/>
        <a:ext cx="1012314" cy="6748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3039" y="1015737"/>
          <a:ext cx="1969814"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Edit</a:t>
          </a:r>
        </a:p>
      </dsp:txBody>
      <dsp:txXfrm>
        <a:off x="397002" y="1015737"/>
        <a:ext cx="1181889" cy="787925"/>
      </dsp:txXfrm>
    </dsp:sp>
    <dsp:sp modelId="{ED7F3690-F486-4797-B1F4-38884E851DD5}">
      <dsp:nvSpPr>
        <dsp:cNvPr id="0" name=""/>
        <dsp:cNvSpPr/>
      </dsp:nvSpPr>
      <dsp:spPr>
        <a:xfrm>
          <a:off x="1775872" y="1015737"/>
          <a:ext cx="1969814"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Charges</a:t>
          </a:r>
        </a:p>
      </dsp:txBody>
      <dsp:txXfrm>
        <a:off x="2169835" y="1015737"/>
        <a:ext cx="1181889" cy="787925"/>
      </dsp:txXfrm>
    </dsp:sp>
    <dsp:sp modelId="{12D38AC5-8BCB-4BD9-8370-447991F3D3CD}">
      <dsp:nvSpPr>
        <dsp:cNvPr id="0" name=""/>
        <dsp:cNvSpPr/>
      </dsp:nvSpPr>
      <dsp:spPr>
        <a:xfrm>
          <a:off x="3548705" y="1015737"/>
          <a:ext cx="3360050"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Compute </a:t>
          </a:r>
          <a:r>
            <a:rPr lang="en-IN" sz="1600" b="1" kern="1200" dirty="0" err="1"/>
            <a:t>Gasteiger</a:t>
          </a:r>
          <a:r>
            <a:rPr lang="en-IN" sz="1600" b="1" kern="1200" dirty="0"/>
            <a:t> Charges</a:t>
          </a:r>
        </a:p>
      </dsp:txBody>
      <dsp:txXfrm>
        <a:off x="3942668" y="1015737"/>
        <a:ext cx="2572125" cy="787925"/>
      </dsp:txXfrm>
    </dsp:sp>
    <dsp:sp modelId="{0828A38F-303A-4D35-B3A8-00EC077BF566}">
      <dsp:nvSpPr>
        <dsp:cNvPr id="0" name=""/>
        <dsp:cNvSpPr/>
      </dsp:nvSpPr>
      <dsp:spPr>
        <a:xfrm>
          <a:off x="6711774" y="1015737"/>
          <a:ext cx="1133785"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OK</a:t>
          </a:r>
        </a:p>
      </dsp:txBody>
      <dsp:txXfrm>
        <a:off x="7105737" y="1015737"/>
        <a:ext cx="345860" cy="7879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3039" y="901437"/>
          <a:ext cx="1969814"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Edit</a:t>
          </a:r>
        </a:p>
      </dsp:txBody>
      <dsp:txXfrm>
        <a:off x="397002" y="901437"/>
        <a:ext cx="1181889" cy="787925"/>
      </dsp:txXfrm>
    </dsp:sp>
    <dsp:sp modelId="{ED7F3690-F486-4797-B1F4-38884E851DD5}">
      <dsp:nvSpPr>
        <dsp:cNvPr id="0" name=""/>
        <dsp:cNvSpPr/>
      </dsp:nvSpPr>
      <dsp:spPr>
        <a:xfrm>
          <a:off x="1775872" y="901437"/>
          <a:ext cx="1969814"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Charges</a:t>
          </a:r>
        </a:p>
      </dsp:txBody>
      <dsp:txXfrm>
        <a:off x="2169835" y="901437"/>
        <a:ext cx="1181889" cy="787925"/>
      </dsp:txXfrm>
    </dsp:sp>
    <dsp:sp modelId="{12D38AC5-8BCB-4BD9-8370-447991F3D3CD}">
      <dsp:nvSpPr>
        <dsp:cNvPr id="0" name=""/>
        <dsp:cNvSpPr/>
      </dsp:nvSpPr>
      <dsp:spPr>
        <a:xfrm>
          <a:off x="3548705" y="903903"/>
          <a:ext cx="3360050"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Add </a:t>
          </a:r>
          <a:r>
            <a:rPr lang="en-IN" sz="1600" b="1" kern="1200" dirty="0" err="1"/>
            <a:t>Kollman</a:t>
          </a:r>
          <a:r>
            <a:rPr lang="en-IN" sz="1600" b="1" kern="1200" dirty="0"/>
            <a:t> Charges</a:t>
          </a:r>
        </a:p>
      </dsp:txBody>
      <dsp:txXfrm>
        <a:off x="3942668" y="903903"/>
        <a:ext cx="2572125" cy="787925"/>
      </dsp:txXfrm>
    </dsp:sp>
    <dsp:sp modelId="{0828A38F-303A-4D35-B3A8-00EC077BF566}">
      <dsp:nvSpPr>
        <dsp:cNvPr id="0" name=""/>
        <dsp:cNvSpPr/>
      </dsp:nvSpPr>
      <dsp:spPr>
        <a:xfrm>
          <a:off x="6711774" y="901437"/>
          <a:ext cx="1133785" cy="787925"/>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OK</a:t>
          </a:r>
        </a:p>
      </dsp:txBody>
      <dsp:txXfrm>
        <a:off x="7105737" y="901437"/>
        <a:ext cx="345860" cy="7879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177" y="934938"/>
          <a:ext cx="1992808" cy="79712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Edit</a:t>
          </a:r>
        </a:p>
      </dsp:txBody>
      <dsp:txXfrm>
        <a:off x="399739" y="934938"/>
        <a:ext cx="1195685" cy="797123"/>
      </dsp:txXfrm>
    </dsp:sp>
    <dsp:sp modelId="{ED7F3690-F486-4797-B1F4-38884E851DD5}">
      <dsp:nvSpPr>
        <dsp:cNvPr id="0" name=""/>
        <dsp:cNvSpPr/>
      </dsp:nvSpPr>
      <dsp:spPr>
        <a:xfrm>
          <a:off x="1794705" y="934938"/>
          <a:ext cx="1992808" cy="79712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err="1"/>
            <a:t>Hydrogens</a:t>
          </a:r>
          <a:endParaRPr lang="en-IN" sz="1600" b="1" kern="1200" dirty="0"/>
        </a:p>
      </dsp:txBody>
      <dsp:txXfrm>
        <a:off x="2193267" y="934938"/>
        <a:ext cx="1195685" cy="797123"/>
      </dsp:txXfrm>
    </dsp:sp>
    <dsp:sp modelId="{12D38AC5-8BCB-4BD9-8370-447991F3D3CD}">
      <dsp:nvSpPr>
        <dsp:cNvPr id="0" name=""/>
        <dsp:cNvSpPr/>
      </dsp:nvSpPr>
      <dsp:spPr>
        <a:xfrm>
          <a:off x="3588232" y="934938"/>
          <a:ext cx="2662232" cy="79712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Merge Non-Polar</a:t>
          </a:r>
        </a:p>
      </dsp:txBody>
      <dsp:txXfrm>
        <a:off x="3986794" y="934938"/>
        <a:ext cx="1865109" cy="797123"/>
      </dsp:txXfrm>
    </dsp:sp>
    <dsp:sp modelId="{0828A38F-303A-4D35-B3A8-00EC077BF566}">
      <dsp:nvSpPr>
        <dsp:cNvPr id="0" name=""/>
        <dsp:cNvSpPr/>
      </dsp:nvSpPr>
      <dsp:spPr>
        <a:xfrm>
          <a:off x="6051184" y="934938"/>
          <a:ext cx="1796237" cy="79712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CONTINUE</a:t>
          </a:r>
        </a:p>
      </dsp:txBody>
      <dsp:txXfrm>
        <a:off x="6449746" y="934938"/>
        <a:ext cx="999114" cy="79712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30" y="300627"/>
          <a:ext cx="1256257" cy="50250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Edit</a:t>
          </a:r>
        </a:p>
      </dsp:txBody>
      <dsp:txXfrm>
        <a:off x="251382" y="300627"/>
        <a:ext cx="753754" cy="502503"/>
      </dsp:txXfrm>
    </dsp:sp>
    <dsp:sp modelId="{ED7F3690-F486-4797-B1F4-38884E851DD5}">
      <dsp:nvSpPr>
        <dsp:cNvPr id="0" name=""/>
        <dsp:cNvSpPr/>
      </dsp:nvSpPr>
      <dsp:spPr>
        <a:xfrm>
          <a:off x="1130762" y="300627"/>
          <a:ext cx="1531893" cy="50250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Charges</a:t>
          </a:r>
        </a:p>
      </dsp:txBody>
      <dsp:txXfrm>
        <a:off x="1382014" y="300627"/>
        <a:ext cx="1029390" cy="502503"/>
      </dsp:txXfrm>
    </dsp:sp>
    <dsp:sp modelId="{12D38AC5-8BCB-4BD9-8370-447991F3D3CD}">
      <dsp:nvSpPr>
        <dsp:cNvPr id="0" name=""/>
        <dsp:cNvSpPr/>
      </dsp:nvSpPr>
      <dsp:spPr>
        <a:xfrm>
          <a:off x="2537029" y="302200"/>
          <a:ext cx="3323467" cy="50250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Check  Totals on Residues</a:t>
          </a:r>
        </a:p>
      </dsp:txBody>
      <dsp:txXfrm>
        <a:off x="2788281" y="302200"/>
        <a:ext cx="2820964" cy="5025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32" y="164982"/>
          <a:ext cx="1651585" cy="660634"/>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Grid</a:t>
          </a:r>
        </a:p>
      </dsp:txBody>
      <dsp:txXfrm>
        <a:off x="330349" y="164982"/>
        <a:ext cx="990951" cy="660634"/>
      </dsp:txXfrm>
    </dsp:sp>
    <dsp:sp modelId="{ED7F3690-F486-4797-B1F4-38884E851DD5}">
      <dsp:nvSpPr>
        <dsp:cNvPr id="0" name=""/>
        <dsp:cNvSpPr/>
      </dsp:nvSpPr>
      <dsp:spPr>
        <a:xfrm>
          <a:off x="1486459" y="164982"/>
          <a:ext cx="2163692" cy="660634"/>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Macromolecule</a:t>
          </a:r>
        </a:p>
      </dsp:txBody>
      <dsp:txXfrm>
        <a:off x="1816776" y="164982"/>
        <a:ext cx="1503058" cy="660634"/>
      </dsp:txXfrm>
    </dsp:sp>
    <dsp:sp modelId="{12D38AC5-8BCB-4BD9-8370-447991F3D3CD}">
      <dsp:nvSpPr>
        <dsp:cNvPr id="0" name=""/>
        <dsp:cNvSpPr/>
      </dsp:nvSpPr>
      <dsp:spPr>
        <a:xfrm>
          <a:off x="3484992" y="167050"/>
          <a:ext cx="1944262" cy="660634"/>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Choose...</a:t>
          </a:r>
        </a:p>
      </dsp:txBody>
      <dsp:txXfrm>
        <a:off x="3815309" y="167050"/>
        <a:ext cx="1283628" cy="6606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096" y="0"/>
          <a:ext cx="2107141"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b="1" kern="1200" dirty="0" err="1"/>
            <a:t>Ligand</a:t>
          </a:r>
          <a:endParaRPr lang="en-IN" sz="2500" b="1" kern="1200" dirty="0"/>
        </a:p>
      </dsp:txBody>
      <dsp:txXfrm>
        <a:off x="286848" y="0"/>
        <a:ext cx="1535637" cy="571504"/>
      </dsp:txXfrm>
    </dsp:sp>
    <dsp:sp modelId="{ED7F3690-F486-4797-B1F4-38884E851DD5}">
      <dsp:nvSpPr>
        <dsp:cNvPr id="0" name=""/>
        <dsp:cNvSpPr/>
      </dsp:nvSpPr>
      <dsp:spPr>
        <a:xfrm>
          <a:off x="1897524" y="0"/>
          <a:ext cx="1762856"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b="1" kern="1200" dirty="0"/>
            <a:t>Input</a:t>
          </a:r>
        </a:p>
      </dsp:txBody>
      <dsp:txXfrm>
        <a:off x="2183276" y="0"/>
        <a:ext cx="1191352" cy="571504"/>
      </dsp:txXfrm>
    </dsp:sp>
    <dsp:sp modelId="{12D38AC5-8BCB-4BD9-8370-447991F3D3CD}">
      <dsp:nvSpPr>
        <dsp:cNvPr id="0" name=""/>
        <dsp:cNvSpPr/>
      </dsp:nvSpPr>
      <dsp:spPr>
        <a:xfrm>
          <a:off x="3449666" y="0"/>
          <a:ext cx="1692772"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b="1" kern="1200" dirty="0"/>
            <a:t>Open...</a:t>
          </a:r>
        </a:p>
      </dsp:txBody>
      <dsp:txXfrm>
        <a:off x="3735418" y="0"/>
        <a:ext cx="1121268" cy="5715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322" y="0"/>
          <a:ext cx="2158734"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IN" sz="2300" b="1" kern="1200" dirty="0" err="1"/>
            <a:t>Ligand</a:t>
          </a:r>
          <a:endParaRPr lang="en-IN" sz="2300" b="1" kern="1200" dirty="0"/>
        </a:p>
      </dsp:txBody>
      <dsp:txXfrm>
        <a:off x="287074" y="0"/>
        <a:ext cx="1587230" cy="571504"/>
      </dsp:txXfrm>
    </dsp:sp>
    <dsp:sp modelId="{ED7F3690-F486-4797-B1F4-38884E851DD5}">
      <dsp:nvSpPr>
        <dsp:cNvPr id="0" name=""/>
        <dsp:cNvSpPr/>
      </dsp:nvSpPr>
      <dsp:spPr>
        <a:xfrm>
          <a:off x="1862968" y="0"/>
          <a:ext cx="2299346"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IN" sz="2300" b="1" kern="1200" dirty="0"/>
            <a:t>Torsion Tree</a:t>
          </a:r>
        </a:p>
      </dsp:txBody>
      <dsp:txXfrm>
        <a:off x="2148720" y="0"/>
        <a:ext cx="1727842" cy="571504"/>
      </dsp:txXfrm>
    </dsp:sp>
    <dsp:sp modelId="{12D38AC5-8BCB-4BD9-8370-447991F3D3CD}">
      <dsp:nvSpPr>
        <dsp:cNvPr id="0" name=""/>
        <dsp:cNvSpPr/>
      </dsp:nvSpPr>
      <dsp:spPr>
        <a:xfrm>
          <a:off x="3865226" y="0"/>
          <a:ext cx="2386660"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IN" sz="2300" b="1" kern="1200" dirty="0"/>
            <a:t>Detect Root...</a:t>
          </a:r>
        </a:p>
      </dsp:txBody>
      <dsp:txXfrm>
        <a:off x="4150978" y="0"/>
        <a:ext cx="1815156" cy="57150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322" y="0"/>
          <a:ext cx="2158734"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err="1"/>
            <a:t>Ligand</a:t>
          </a:r>
          <a:endParaRPr lang="en-IN" sz="1800" b="1" kern="1200" dirty="0"/>
        </a:p>
      </dsp:txBody>
      <dsp:txXfrm>
        <a:off x="287074" y="0"/>
        <a:ext cx="1587230" cy="571504"/>
      </dsp:txXfrm>
    </dsp:sp>
    <dsp:sp modelId="{ED7F3690-F486-4797-B1F4-38884E851DD5}">
      <dsp:nvSpPr>
        <dsp:cNvPr id="0" name=""/>
        <dsp:cNvSpPr/>
      </dsp:nvSpPr>
      <dsp:spPr>
        <a:xfrm>
          <a:off x="1862968" y="0"/>
          <a:ext cx="2299346"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Torsion Tree</a:t>
          </a:r>
        </a:p>
      </dsp:txBody>
      <dsp:txXfrm>
        <a:off x="2148720" y="0"/>
        <a:ext cx="1727842" cy="571504"/>
      </dsp:txXfrm>
    </dsp:sp>
    <dsp:sp modelId="{12D38AC5-8BCB-4BD9-8370-447991F3D3CD}">
      <dsp:nvSpPr>
        <dsp:cNvPr id="0" name=""/>
        <dsp:cNvSpPr/>
      </dsp:nvSpPr>
      <dsp:spPr>
        <a:xfrm>
          <a:off x="3865226" y="0"/>
          <a:ext cx="2386660"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Choose Torsions...</a:t>
          </a:r>
        </a:p>
      </dsp:txBody>
      <dsp:txXfrm>
        <a:off x="4150978" y="0"/>
        <a:ext cx="1815156" cy="5715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076" y="0"/>
          <a:ext cx="1965322"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err="1"/>
            <a:t>Ligand</a:t>
          </a:r>
          <a:endParaRPr lang="en-IN" sz="1800" b="1" kern="1200" dirty="0"/>
        </a:p>
      </dsp:txBody>
      <dsp:txXfrm>
        <a:off x="286828" y="0"/>
        <a:ext cx="1393818" cy="571504"/>
      </dsp:txXfrm>
    </dsp:sp>
    <dsp:sp modelId="{ED7F3690-F486-4797-B1F4-38884E851DD5}">
      <dsp:nvSpPr>
        <dsp:cNvPr id="0" name=""/>
        <dsp:cNvSpPr/>
      </dsp:nvSpPr>
      <dsp:spPr>
        <a:xfrm>
          <a:off x="1695928" y="0"/>
          <a:ext cx="2093336"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Torsion Tree</a:t>
          </a:r>
        </a:p>
      </dsp:txBody>
      <dsp:txXfrm>
        <a:off x="1981680" y="0"/>
        <a:ext cx="1521832" cy="571504"/>
      </dsp:txXfrm>
    </dsp:sp>
    <dsp:sp modelId="{12D38AC5-8BCB-4BD9-8370-447991F3D3CD}">
      <dsp:nvSpPr>
        <dsp:cNvPr id="0" name=""/>
        <dsp:cNvSpPr/>
      </dsp:nvSpPr>
      <dsp:spPr>
        <a:xfrm>
          <a:off x="3518794" y="0"/>
          <a:ext cx="3161966"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Set Number of Torsions...</a:t>
          </a:r>
        </a:p>
      </dsp:txBody>
      <dsp:txXfrm>
        <a:off x="3804546" y="0"/>
        <a:ext cx="2590462" cy="57150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976" y="0"/>
          <a:ext cx="1879976"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err="1"/>
            <a:t>Ligand</a:t>
          </a:r>
          <a:endParaRPr lang="en-IN" sz="1800" b="1" kern="1200" dirty="0"/>
        </a:p>
      </dsp:txBody>
      <dsp:txXfrm>
        <a:off x="287728" y="0"/>
        <a:ext cx="1308472" cy="571504"/>
      </dsp:txXfrm>
    </dsp:sp>
    <dsp:sp modelId="{ED7F3690-F486-4797-B1F4-38884E851DD5}">
      <dsp:nvSpPr>
        <dsp:cNvPr id="0" name=""/>
        <dsp:cNvSpPr/>
      </dsp:nvSpPr>
      <dsp:spPr>
        <a:xfrm>
          <a:off x="1623227" y="0"/>
          <a:ext cx="2389019"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Aromatic Carbons</a:t>
          </a:r>
        </a:p>
      </dsp:txBody>
      <dsp:txXfrm>
        <a:off x="1908979" y="0"/>
        <a:ext cx="1817515" cy="571504"/>
      </dsp:txXfrm>
    </dsp:sp>
    <dsp:sp modelId="{12D38AC5-8BCB-4BD9-8370-447991F3D3CD}">
      <dsp:nvSpPr>
        <dsp:cNvPr id="0" name=""/>
        <dsp:cNvSpPr/>
      </dsp:nvSpPr>
      <dsp:spPr>
        <a:xfrm>
          <a:off x="3753521" y="0"/>
          <a:ext cx="2926340"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err="1"/>
            <a:t>Aromaticity</a:t>
          </a:r>
          <a:r>
            <a:rPr lang="en-IN" sz="1800" b="1" kern="1200" dirty="0"/>
            <a:t> Criterion...</a:t>
          </a:r>
        </a:p>
      </dsp:txBody>
      <dsp:txXfrm>
        <a:off x="4039273" y="0"/>
        <a:ext cx="2354836" cy="57150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286429" y="0"/>
          <a:ext cx="2490692"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kern="1200" dirty="0" err="1"/>
            <a:t>Ligand</a:t>
          </a:r>
          <a:endParaRPr lang="en-IN" sz="2000" b="1" kern="1200" dirty="0"/>
        </a:p>
      </dsp:txBody>
      <dsp:txXfrm>
        <a:off x="572181" y="0"/>
        <a:ext cx="1919188" cy="571504"/>
      </dsp:txXfrm>
    </dsp:sp>
    <dsp:sp modelId="{ED7F3690-F486-4797-B1F4-38884E851DD5}">
      <dsp:nvSpPr>
        <dsp:cNvPr id="0" name=""/>
        <dsp:cNvSpPr/>
      </dsp:nvSpPr>
      <dsp:spPr>
        <a:xfrm>
          <a:off x="2109590" y="0"/>
          <a:ext cx="2023354"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kern="1200" dirty="0"/>
            <a:t>Output</a:t>
          </a:r>
        </a:p>
      </dsp:txBody>
      <dsp:txXfrm>
        <a:off x="2395342" y="0"/>
        <a:ext cx="1451850" cy="571504"/>
      </dsp:txXfrm>
    </dsp:sp>
    <dsp:sp modelId="{12D38AC5-8BCB-4BD9-8370-447991F3D3CD}">
      <dsp:nvSpPr>
        <dsp:cNvPr id="0" name=""/>
        <dsp:cNvSpPr/>
      </dsp:nvSpPr>
      <dsp:spPr>
        <a:xfrm>
          <a:off x="3465413" y="0"/>
          <a:ext cx="2929995" cy="571504"/>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kern="1200" dirty="0"/>
            <a:t>Save as PDBQT...</a:t>
          </a:r>
        </a:p>
      </dsp:txBody>
      <dsp:txXfrm>
        <a:off x="3751165" y="0"/>
        <a:ext cx="2358491" cy="57150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454" y="0"/>
          <a:ext cx="1862616"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Grid</a:t>
          </a:r>
        </a:p>
      </dsp:txBody>
      <dsp:txXfrm>
        <a:off x="267154" y="0"/>
        <a:ext cx="1329216" cy="533400"/>
      </dsp:txXfrm>
    </dsp:sp>
    <dsp:sp modelId="{ED7F3690-F486-4797-B1F4-38884E851DD5}">
      <dsp:nvSpPr>
        <dsp:cNvPr id="0" name=""/>
        <dsp:cNvSpPr/>
      </dsp:nvSpPr>
      <dsp:spPr>
        <a:xfrm>
          <a:off x="1626712" y="0"/>
          <a:ext cx="2113013"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Macromolecule</a:t>
          </a:r>
        </a:p>
      </dsp:txBody>
      <dsp:txXfrm>
        <a:off x="1893412" y="0"/>
        <a:ext cx="1579613" cy="533400"/>
      </dsp:txXfrm>
    </dsp:sp>
    <dsp:sp modelId="{12D38AC5-8BCB-4BD9-8370-447991F3D3CD}">
      <dsp:nvSpPr>
        <dsp:cNvPr id="0" name=""/>
        <dsp:cNvSpPr/>
      </dsp:nvSpPr>
      <dsp:spPr>
        <a:xfrm>
          <a:off x="3503368" y="0"/>
          <a:ext cx="2363576"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Open..</a:t>
          </a:r>
        </a:p>
      </dsp:txBody>
      <dsp:txXfrm>
        <a:off x="3770068" y="0"/>
        <a:ext cx="1830176" cy="5334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489" y="269468"/>
          <a:ext cx="1053956" cy="45166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Edit</a:t>
          </a:r>
        </a:p>
      </dsp:txBody>
      <dsp:txXfrm>
        <a:off x="227321" y="269468"/>
        <a:ext cx="602293" cy="451663"/>
      </dsp:txXfrm>
    </dsp:sp>
    <dsp:sp modelId="{ED7F3690-F486-4797-B1F4-38884E851DD5}">
      <dsp:nvSpPr>
        <dsp:cNvPr id="0" name=""/>
        <dsp:cNvSpPr/>
      </dsp:nvSpPr>
      <dsp:spPr>
        <a:xfrm>
          <a:off x="942530" y="269468"/>
          <a:ext cx="1357610" cy="45166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Charges</a:t>
          </a:r>
        </a:p>
      </dsp:txBody>
      <dsp:txXfrm>
        <a:off x="1168362" y="269468"/>
        <a:ext cx="905947" cy="451663"/>
      </dsp:txXfrm>
    </dsp:sp>
    <dsp:sp modelId="{12D38AC5-8BCB-4BD9-8370-447991F3D3CD}">
      <dsp:nvSpPr>
        <dsp:cNvPr id="0" name=""/>
        <dsp:cNvSpPr/>
      </dsp:nvSpPr>
      <dsp:spPr>
        <a:xfrm>
          <a:off x="2187225" y="270881"/>
          <a:ext cx="1926085" cy="451663"/>
        </a:xfrm>
        <a:prstGeom prst="chevron">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kern="1200" dirty="0"/>
            <a:t>Check  Totals on Residues</a:t>
          </a:r>
        </a:p>
      </dsp:txBody>
      <dsp:txXfrm>
        <a:off x="2413057" y="270881"/>
        <a:ext cx="1474422" cy="45166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454" y="0"/>
          <a:ext cx="1862616"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Grid</a:t>
          </a:r>
        </a:p>
      </dsp:txBody>
      <dsp:txXfrm>
        <a:off x="267154" y="0"/>
        <a:ext cx="1329216" cy="533400"/>
      </dsp:txXfrm>
    </dsp:sp>
    <dsp:sp modelId="{ED7F3690-F486-4797-B1F4-38884E851DD5}">
      <dsp:nvSpPr>
        <dsp:cNvPr id="0" name=""/>
        <dsp:cNvSpPr/>
      </dsp:nvSpPr>
      <dsp:spPr>
        <a:xfrm>
          <a:off x="1626712" y="0"/>
          <a:ext cx="2113013"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Set Map Types</a:t>
          </a:r>
        </a:p>
      </dsp:txBody>
      <dsp:txXfrm>
        <a:off x="1893412" y="0"/>
        <a:ext cx="1579613" cy="533400"/>
      </dsp:txXfrm>
    </dsp:sp>
    <dsp:sp modelId="{12D38AC5-8BCB-4BD9-8370-447991F3D3CD}">
      <dsp:nvSpPr>
        <dsp:cNvPr id="0" name=""/>
        <dsp:cNvSpPr/>
      </dsp:nvSpPr>
      <dsp:spPr>
        <a:xfrm>
          <a:off x="3503368" y="0"/>
          <a:ext cx="2363576"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Open </a:t>
          </a:r>
          <a:r>
            <a:rPr lang="en-IN" sz="1800" b="1" kern="1200" dirty="0" err="1"/>
            <a:t>Ligand</a:t>
          </a:r>
          <a:r>
            <a:rPr lang="en-IN" sz="1800" b="1" kern="1200" dirty="0"/>
            <a:t>..</a:t>
          </a:r>
        </a:p>
      </dsp:txBody>
      <dsp:txXfrm>
        <a:off x="3770068" y="0"/>
        <a:ext cx="1830176" cy="5334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867754" y="0"/>
          <a:ext cx="2022393"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Select</a:t>
          </a:r>
        </a:p>
      </dsp:txBody>
      <dsp:txXfrm>
        <a:off x="1134454" y="0"/>
        <a:ext cx="1488993" cy="533400"/>
      </dsp:txXfrm>
    </dsp:sp>
    <dsp:sp modelId="{ED7F3690-F486-4797-B1F4-38884E851DD5}">
      <dsp:nvSpPr>
        <dsp:cNvPr id="0" name=""/>
        <dsp:cNvSpPr/>
      </dsp:nvSpPr>
      <dsp:spPr>
        <a:xfrm>
          <a:off x="2303980" y="0"/>
          <a:ext cx="2695664"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Select From String</a:t>
          </a:r>
        </a:p>
      </dsp:txBody>
      <dsp:txXfrm>
        <a:off x="2570680" y="0"/>
        <a:ext cx="2162264" cy="53340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578774" y="0"/>
          <a:ext cx="2022393"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Display</a:t>
          </a:r>
        </a:p>
      </dsp:txBody>
      <dsp:txXfrm>
        <a:off x="1845474" y="0"/>
        <a:ext cx="1488993" cy="533400"/>
      </dsp:txXfrm>
    </dsp:sp>
    <dsp:sp modelId="{ED7F3690-F486-4797-B1F4-38884E851DD5}">
      <dsp:nvSpPr>
        <dsp:cNvPr id="0" name=""/>
        <dsp:cNvSpPr/>
      </dsp:nvSpPr>
      <dsp:spPr>
        <a:xfrm>
          <a:off x="3015000" y="0"/>
          <a:ext cx="1273623"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CPK</a:t>
          </a:r>
        </a:p>
      </dsp:txBody>
      <dsp:txXfrm>
        <a:off x="3281700" y="0"/>
        <a:ext cx="740223" cy="5334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733" y="0"/>
          <a:ext cx="1779681"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Grid</a:t>
          </a:r>
        </a:p>
      </dsp:txBody>
      <dsp:txXfrm>
        <a:off x="267433" y="0"/>
        <a:ext cx="1246281" cy="533400"/>
      </dsp:txXfrm>
    </dsp:sp>
    <dsp:sp modelId="{ED7F3690-F486-4797-B1F4-38884E851DD5}">
      <dsp:nvSpPr>
        <dsp:cNvPr id="0" name=""/>
        <dsp:cNvSpPr/>
      </dsp:nvSpPr>
      <dsp:spPr>
        <a:xfrm>
          <a:off x="1554581" y="0"/>
          <a:ext cx="2018929" cy="5334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Grid Box...</a:t>
          </a:r>
        </a:p>
      </dsp:txBody>
      <dsp:txXfrm>
        <a:off x="1821281" y="0"/>
        <a:ext cx="1485529" cy="53340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2550" y="0"/>
          <a:ext cx="1546570"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Grid</a:t>
          </a:r>
        </a:p>
      </dsp:txBody>
      <dsp:txXfrm>
        <a:off x="245218" y="0"/>
        <a:ext cx="1061234" cy="485336"/>
      </dsp:txXfrm>
    </dsp:sp>
    <dsp:sp modelId="{ED7F3690-F486-4797-B1F4-38884E851DD5}">
      <dsp:nvSpPr>
        <dsp:cNvPr id="0" name=""/>
        <dsp:cNvSpPr/>
      </dsp:nvSpPr>
      <dsp:spPr>
        <a:xfrm>
          <a:off x="1352868" y="0"/>
          <a:ext cx="1754480"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Output</a:t>
          </a:r>
        </a:p>
      </dsp:txBody>
      <dsp:txXfrm>
        <a:off x="1595536" y="0"/>
        <a:ext cx="1269144" cy="485336"/>
      </dsp:txXfrm>
    </dsp:sp>
    <dsp:sp modelId="{9FAC8134-7ABD-4EFF-8A12-BBA3544C09B5}">
      <dsp:nvSpPr>
        <dsp:cNvPr id="0" name=""/>
        <dsp:cNvSpPr/>
      </dsp:nvSpPr>
      <dsp:spPr>
        <a:xfrm>
          <a:off x="2911095" y="0"/>
          <a:ext cx="1754480"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Save GPF...</a:t>
          </a:r>
        </a:p>
      </dsp:txBody>
      <dsp:txXfrm>
        <a:off x="3153763" y="0"/>
        <a:ext cx="1269144" cy="48533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957" y="0"/>
          <a:ext cx="2324345"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Grid</a:t>
          </a:r>
        </a:p>
      </dsp:txBody>
      <dsp:txXfrm>
        <a:off x="243625" y="0"/>
        <a:ext cx="1839009" cy="485336"/>
      </dsp:txXfrm>
    </dsp:sp>
    <dsp:sp modelId="{9FAC8134-7ABD-4EFF-8A12-BBA3544C09B5}">
      <dsp:nvSpPr>
        <dsp:cNvPr id="0" name=""/>
        <dsp:cNvSpPr/>
      </dsp:nvSpPr>
      <dsp:spPr>
        <a:xfrm>
          <a:off x="2030354" y="0"/>
          <a:ext cx="2636814"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Edit GPF...</a:t>
          </a:r>
        </a:p>
      </dsp:txBody>
      <dsp:txXfrm>
        <a:off x="2273022" y="0"/>
        <a:ext cx="2151478" cy="48533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49389" y="0"/>
          <a:ext cx="2015103"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Docking</a:t>
          </a:r>
        </a:p>
      </dsp:txBody>
      <dsp:txXfrm>
        <a:off x="392057" y="0"/>
        <a:ext cx="1529767" cy="485336"/>
      </dsp:txXfrm>
    </dsp:sp>
    <dsp:sp modelId="{ED7F3690-F486-4797-B1F4-38884E851DD5}">
      <dsp:nvSpPr>
        <dsp:cNvPr id="0" name=""/>
        <dsp:cNvSpPr/>
      </dsp:nvSpPr>
      <dsp:spPr>
        <a:xfrm>
          <a:off x="1500209" y="0"/>
          <a:ext cx="2763817"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Macromolecule</a:t>
          </a:r>
        </a:p>
      </dsp:txBody>
      <dsp:txXfrm>
        <a:off x="1742877" y="0"/>
        <a:ext cx="2278481" cy="485336"/>
      </dsp:txXfrm>
    </dsp:sp>
    <dsp:sp modelId="{9FAC8134-7ABD-4EFF-8A12-BBA3544C09B5}">
      <dsp:nvSpPr>
        <dsp:cNvPr id="0" name=""/>
        <dsp:cNvSpPr/>
      </dsp:nvSpPr>
      <dsp:spPr>
        <a:xfrm>
          <a:off x="3599743" y="0"/>
          <a:ext cx="2900195"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Set Rigid Filename...</a:t>
          </a:r>
        </a:p>
      </dsp:txBody>
      <dsp:txXfrm>
        <a:off x="3842411" y="0"/>
        <a:ext cx="2414859" cy="48533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940007" y="0"/>
          <a:ext cx="1774763"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l" defTabSz="800100">
            <a:lnSpc>
              <a:spcPct val="90000"/>
            </a:lnSpc>
            <a:spcBef>
              <a:spcPct val="0"/>
            </a:spcBef>
            <a:spcAft>
              <a:spcPct val="35000"/>
            </a:spcAft>
            <a:buNone/>
          </a:pPr>
          <a:r>
            <a:rPr lang="en-IN" sz="1800" b="1" kern="1200" dirty="0"/>
            <a:t>Analyze</a:t>
          </a:r>
        </a:p>
      </dsp:txBody>
      <dsp:txXfrm>
        <a:off x="2182675" y="0"/>
        <a:ext cx="1289427" cy="485336"/>
      </dsp:txXfrm>
    </dsp:sp>
    <dsp:sp modelId="{9FAC8134-7ABD-4EFF-8A12-BBA3544C09B5}">
      <dsp:nvSpPr>
        <dsp:cNvPr id="0" name=""/>
        <dsp:cNvSpPr/>
      </dsp:nvSpPr>
      <dsp:spPr>
        <a:xfrm>
          <a:off x="2929720" y="0"/>
          <a:ext cx="2052593"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l" defTabSz="800100">
            <a:lnSpc>
              <a:spcPct val="90000"/>
            </a:lnSpc>
            <a:spcBef>
              <a:spcPct val="0"/>
            </a:spcBef>
            <a:spcAft>
              <a:spcPct val="35000"/>
            </a:spcAft>
            <a:buNone/>
          </a:pPr>
          <a:r>
            <a:rPr lang="en-IN" sz="1800" b="1" kern="1200" dirty="0"/>
            <a:t>Dockings</a:t>
          </a:r>
        </a:p>
      </dsp:txBody>
      <dsp:txXfrm>
        <a:off x="3172388" y="0"/>
        <a:ext cx="1567257" cy="485336"/>
      </dsp:txXfrm>
    </dsp:sp>
    <dsp:sp modelId="{EAAD1B54-F5A5-4C94-95B9-D97A5AB1F11D}">
      <dsp:nvSpPr>
        <dsp:cNvPr id="0" name=""/>
        <dsp:cNvSpPr/>
      </dsp:nvSpPr>
      <dsp:spPr>
        <a:xfrm>
          <a:off x="4197263" y="0"/>
          <a:ext cx="1720909"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Open...</a:t>
          </a:r>
        </a:p>
      </dsp:txBody>
      <dsp:txXfrm>
        <a:off x="4439931" y="0"/>
        <a:ext cx="1235573" cy="48533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707357" y="0"/>
          <a:ext cx="1774763"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l" defTabSz="800100">
            <a:lnSpc>
              <a:spcPct val="90000"/>
            </a:lnSpc>
            <a:spcBef>
              <a:spcPct val="0"/>
            </a:spcBef>
            <a:spcAft>
              <a:spcPct val="35000"/>
            </a:spcAft>
            <a:buNone/>
          </a:pPr>
          <a:r>
            <a:rPr lang="en-IN" sz="1800" b="1" kern="1200" dirty="0"/>
            <a:t>Analyze</a:t>
          </a:r>
        </a:p>
      </dsp:txBody>
      <dsp:txXfrm>
        <a:off x="1950025" y="0"/>
        <a:ext cx="1289427" cy="485336"/>
      </dsp:txXfrm>
    </dsp:sp>
    <dsp:sp modelId="{9FAC8134-7ABD-4EFF-8A12-BBA3544C09B5}">
      <dsp:nvSpPr>
        <dsp:cNvPr id="0" name=""/>
        <dsp:cNvSpPr/>
      </dsp:nvSpPr>
      <dsp:spPr>
        <a:xfrm>
          <a:off x="2697070" y="0"/>
          <a:ext cx="2517892"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l" defTabSz="800100">
            <a:lnSpc>
              <a:spcPct val="90000"/>
            </a:lnSpc>
            <a:spcBef>
              <a:spcPct val="0"/>
            </a:spcBef>
            <a:spcAft>
              <a:spcPct val="35000"/>
            </a:spcAft>
            <a:buNone/>
          </a:pPr>
          <a:r>
            <a:rPr lang="en-IN" sz="1800" b="1" kern="1200" dirty="0"/>
            <a:t>Macromolecule</a:t>
          </a:r>
        </a:p>
      </dsp:txBody>
      <dsp:txXfrm>
        <a:off x="2939738" y="0"/>
        <a:ext cx="2032556" cy="485336"/>
      </dsp:txXfrm>
    </dsp:sp>
    <dsp:sp modelId="{EAAD1B54-F5A5-4C94-95B9-D97A5AB1F11D}">
      <dsp:nvSpPr>
        <dsp:cNvPr id="0" name=""/>
        <dsp:cNvSpPr/>
      </dsp:nvSpPr>
      <dsp:spPr>
        <a:xfrm>
          <a:off x="4429913" y="0"/>
          <a:ext cx="1720909"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Open...</a:t>
          </a:r>
        </a:p>
      </dsp:txBody>
      <dsp:txXfrm>
        <a:off x="4672581" y="0"/>
        <a:ext cx="1235573" cy="48533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93799-DB8B-4098-95C1-1CC5C4F3094E}">
      <dsp:nvSpPr>
        <dsp:cNvPr id="0" name=""/>
        <dsp:cNvSpPr/>
      </dsp:nvSpPr>
      <dsp:spPr>
        <a:xfrm>
          <a:off x="1071584" y="0"/>
          <a:ext cx="1774763"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l" defTabSz="800100">
            <a:lnSpc>
              <a:spcPct val="90000"/>
            </a:lnSpc>
            <a:spcBef>
              <a:spcPct val="0"/>
            </a:spcBef>
            <a:spcAft>
              <a:spcPct val="35000"/>
            </a:spcAft>
            <a:buNone/>
          </a:pPr>
          <a:r>
            <a:rPr lang="en-IN" sz="1800" b="1" kern="1200" dirty="0"/>
            <a:t>Analyze</a:t>
          </a:r>
        </a:p>
      </dsp:txBody>
      <dsp:txXfrm>
        <a:off x="1314252" y="0"/>
        <a:ext cx="1289427" cy="485336"/>
      </dsp:txXfrm>
    </dsp:sp>
    <dsp:sp modelId="{9FAC8134-7ABD-4EFF-8A12-BBA3544C09B5}">
      <dsp:nvSpPr>
        <dsp:cNvPr id="0" name=""/>
        <dsp:cNvSpPr/>
      </dsp:nvSpPr>
      <dsp:spPr>
        <a:xfrm>
          <a:off x="2061297" y="0"/>
          <a:ext cx="2517892"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l" defTabSz="800100">
            <a:lnSpc>
              <a:spcPct val="90000"/>
            </a:lnSpc>
            <a:spcBef>
              <a:spcPct val="0"/>
            </a:spcBef>
            <a:spcAft>
              <a:spcPct val="35000"/>
            </a:spcAft>
            <a:buNone/>
          </a:pPr>
          <a:r>
            <a:rPr lang="en-IN" sz="1800" b="1" kern="1200" dirty="0"/>
            <a:t>Conformations</a:t>
          </a:r>
        </a:p>
      </dsp:txBody>
      <dsp:txXfrm>
        <a:off x="2303965" y="0"/>
        <a:ext cx="2032556" cy="485336"/>
      </dsp:txXfrm>
    </dsp:sp>
    <dsp:sp modelId="{EAAD1B54-F5A5-4C94-95B9-D97A5AB1F11D}">
      <dsp:nvSpPr>
        <dsp:cNvPr id="0" name=""/>
        <dsp:cNvSpPr/>
      </dsp:nvSpPr>
      <dsp:spPr>
        <a:xfrm>
          <a:off x="3794139" y="0"/>
          <a:ext cx="2992455" cy="48533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IN" sz="1800" b="1" kern="1200" dirty="0"/>
            <a:t>Play, ranked by energy...</a:t>
          </a:r>
        </a:p>
      </dsp:txBody>
      <dsp:txXfrm>
        <a:off x="4036807" y="0"/>
        <a:ext cx="2507119" cy="48533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7A5522-F1F5-4B4E-B909-095892F28176}" type="datetimeFigureOut">
              <a:rPr lang="en-US" smtClean="0"/>
              <a:pPr/>
              <a:t>22-Jul-26</a:t>
            </a:fld>
            <a:endParaRPr lang="en-IN"/>
          </a:p>
        </p:txBody>
      </p:sp>
      <p:sp>
        <p:nvSpPr>
          <p:cNvPr id="4" name="Slide Image Placeholder 3"/>
          <p:cNvSpPr>
            <a:spLocks noGrp="1" noRot="1" noChangeAspect="1"/>
          </p:cNvSpPr>
          <p:nvPr>
            <p:ph type="sldImg" idx="2"/>
          </p:nvPr>
        </p:nvSpPr>
        <p:spPr>
          <a:xfrm>
            <a:off x="206375" y="685800"/>
            <a:ext cx="644525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7CA9FA-7712-4D91-802C-231E6603EE7C}"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cb9a0b074_1_0:notes"/>
          <p:cNvSpPr>
            <a:spLocks noGrp="1" noRot="1" noChangeAspect="1"/>
          </p:cNvSpPr>
          <p:nvPr>
            <p:ph type="sldImg" idx="2"/>
          </p:nvPr>
        </p:nvSpPr>
        <p:spPr>
          <a:xfrm>
            <a:off x="206375" y="685800"/>
            <a:ext cx="6445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cb9a0b07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685800"/>
            <a:ext cx="644525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C7CA9FA-7712-4D91-802C-231E6603EE7C}" type="slidenum">
              <a:rPr lang="en-IN" smtClean="0"/>
              <a:pPr/>
              <a:t>78</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41904" y="2074702"/>
            <a:ext cx="10674906" cy="1431573"/>
          </a:xfrm>
        </p:spPr>
        <p:txBody>
          <a:bodyPr/>
          <a:lstStyle/>
          <a:p>
            <a:r>
              <a:rPr lang="en-US"/>
              <a:t>Click to edit Master title style</a:t>
            </a:r>
            <a:endParaRPr lang="en-IN"/>
          </a:p>
        </p:txBody>
      </p:sp>
      <p:sp>
        <p:nvSpPr>
          <p:cNvPr id="3" name="Subtitle 2"/>
          <p:cNvSpPr>
            <a:spLocks noGrp="1"/>
          </p:cNvSpPr>
          <p:nvPr>
            <p:ph type="subTitle" idx="1"/>
          </p:nvPr>
        </p:nvSpPr>
        <p:spPr>
          <a:xfrm>
            <a:off x="1883808" y="3784548"/>
            <a:ext cx="8791099" cy="1706757"/>
          </a:xfrm>
        </p:spPr>
        <p:txBody>
          <a:bodyPr/>
          <a:lstStyle>
            <a:lvl1pPr marL="0" indent="0" algn="ctr">
              <a:buNone/>
              <a:defRPr>
                <a:solidFill>
                  <a:schemeClr val="tx1">
                    <a:tint val="75000"/>
                  </a:schemeClr>
                </a:solidFill>
              </a:defRPr>
            </a:lvl1pPr>
            <a:lvl2pPr marL="457132" indent="0" algn="ctr">
              <a:buNone/>
              <a:defRPr>
                <a:solidFill>
                  <a:schemeClr val="tx1">
                    <a:tint val="75000"/>
                  </a:schemeClr>
                </a:solidFill>
              </a:defRPr>
            </a:lvl2pPr>
            <a:lvl3pPr marL="914264" indent="0" algn="ctr">
              <a:buNone/>
              <a:defRPr>
                <a:solidFill>
                  <a:schemeClr val="tx1">
                    <a:tint val="75000"/>
                  </a:schemeClr>
                </a:solidFill>
              </a:defRPr>
            </a:lvl3pPr>
            <a:lvl4pPr marL="1371396" indent="0" algn="ctr">
              <a:buNone/>
              <a:defRPr>
                <a:solidFill>
                  <a:schemeClr val="tx1">
                    <a:tint val="75000"/>
                  </a:schemeClr>
                </a:solidFill>
              </a:defRPr>
            </a:lvl4pPr>
            <a:lvl5pPr marL="1828528" indent="0" algn="ctr">
              <a:buNone/>
              <a:defRPr>
                <a:solidFill>
                  <a:schemeClr val="tx1">
                    <a:tint val="75000"/>
                  </a:schemeClr>
                </a:solidFill>
              </a:defRPr>
            </a:lvl5pPr>
            <a:lvl6pPr marL="2285660" indent="0" algn="ctr">
              <a:buNone/>
              <a:defRPr>
                <a:solidFill>
                  <a:schemeClr val="tx1">
                    <a:tint val="75000"/>
                  </a:schemeClr>
                </a:solidFill>
              </a:defRPr>
            </a:lvl6pPr>
            <a:lvl7pPr marL="2742792" indent="0" algn="ctr">
              <a:buNone/>
              <a:defRPr>
                <a:solidFill>
                  <a:schemeClr val="tx1">
                    <a:tint val="75000"/>
                  </a:schemeClr>
                </a:solidFill>
              </a:defRPr>
            </a:lvl7pPr>
            <a:lvl8pPr marL="3199924" indent="0" algn="ctr">
              <a:buNone/>
              <a:defRPr>
                <a:solidFill>
                  <a:schemeClr val="tx1">
                    <a:tint val="75000"/>
                  </a:schemeClr>
                </a:solidFill>
              </a:defRPr>
            </a:lvl8pPr>
            <a:lvl9pPr marL="3657056"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E9E6AE6-92C4-4529-A819-5E29A0D5506D}" type="datetimeFigureOut">
              <a:rPr lang="en-US" smtClean="0"/>
              <a:pPr/>
              <a:t>22-Jul-26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9E6AE6-92C4-4529-A819-5E29A0D5506D}" type="datetimeFigureOut">
              <a:rPr lang="en-US" smtClean="0"/>
              <a:pPr/>
              <a:t>22-Jul-26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2052" y="4291631"/>
            <a:ext cx="10674906" cy="1326447"/>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92052" y="2830685"/>
            <a:ext cx="10674906" cy="1460946"/>
          </a:xfrm>
        </p:spPr>
        <p:txBody>
          <a:bodyPr anchor="b"/>
          <a:lstStyle>
            <a:lvl1pPr marL="0" indent="0">
              <a:buNone/>
              <a:defRPr sz="2000">
                <a:solidFill>
                  <a:schemeClr val="tx1">
                    <a:tint val="75000"/>
                  </a:schemeClr>
                </a:solidFill>
              </a:defRPr>
            </a:lvl1pPr>
            <a:lvl2pPr marL="457132" indent="0">
              <a:buNone/>
              <a:defRPr sz="1800">
                <a:solidFill>
                  <a:schemeClr val="tx1">
                    <a:tint val="75000"/>
                  </a:schemeClr>
                </a:solidFill>
              </a:defRPr>
            </a:lvl2pPr>
            <a:lvl3pPr marL="914264" indent="0">
              <a:buNone/>
              <a:defRPr sz="1600">
                <a:solidFill>
                  <a:schemeClr val="tx1">
                    <a:tint val="75000"/>
                  </a:schemeClr>
                </a:solidFill>
              </a:defRPr>
            </a:lvl3pPr>
            <a:lvl4pPr marL="1371396" indent="0">
              <a:buNone/>
              <a:defRPr sz="1400">
                <a:solidFill>
                  <a:schemeClr val="tx1">
                    <a:tint val="75000"/>
                  </a:schemeClr>
                </a:solidFill>
              </a:defRPr>
            </a:lvl4pPr>
            <a:lvl5pPr marL="1828528" indent="0">
              <a:buNone/>
              <a:defRPr sz="1400">
                <a:solidFill>
                  <a:schemeClr val="tx1">
                    <a:tint val="75000"/>
                  </a:schemeClr>
                </a:solidFill>
              </a:defRPr>
            </a:lvl5pPr>
            <a:lvl6pPr marL="2285660" indent="0">
              <a:buNone/>
              <a:defRPr sz="1400">
                <a:solidFill>
                  <a:schemeClr val="tx1">
                    <a:tint val="75000"/>
                  </a:schemeClr>
                </a:solidFill>
              </a:defRPr>
            </a:lvl6pPr>
            <a:lvl7pPr marL="2742792" indent="0">
              <a:buNone/>
              <a:defRPr sz="1400">
                <a:solidFill>
                  <a:schemeClr val="tx1">
                    <a:tint val="75000"/>
                  </a:schemeClr>
                </a:solidFill>
              </a:defRPr>
            </a:lvl7pPr>
            <a:lvl8pPr marL="3199924" indent="0">
              <a:buNone/>
              <a:defRPr sz="1400">
                <a:solidFill>
                  <a:schemeClr val="tx1">
                    <a:tint val="75000"/>
                  </a:schemeClr>
                </a:solidFill>
              </a:defRPr>
            </a:lvl8pPr>
            <a:lvl9pPr marL="3657056"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9E6AE6-92C4-4529-A819-5E29A0D5506D}" type="datetimeFigureOut">
              <a:rPr lang="en-US" smtClean="0"/>
              <a:pPr/>
              <a:t>22-Jul-26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63415" y="1717579"/>
            <a:ext cx="7655147" cy="4859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8727870" y="1717579"/>
            <a:ext cx="7657326" cy="4859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E9E6AE6-92C4-4529-A819-5E29A0D5506D}" type="datetimeFigureOut">
              <a:rPr lang="en-US" smtClean="0"/>
              <a:pPr/>
              <a:t>22-Jul-26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7936" y="267454"/>
            <a:ext cx="11302842" cy="1113102"/>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27936" y="1494959"/>
            <a:ext cx="5548946" cy="623028"/>
          </a:xfrm>
        </p:spPr>
        <p:txBody>
          <a:bodyPr anchor="b"/>
          <a:lstStyle>
            <a:lvl1pPr marL="0" indent="0">
              <a:buNone/>
              <a:defRPr sz="2400" b="1"/>
            </a:lvl1pPr>
            <a:lvl2pPr marL="457132" indent="0">
              <a:buNone/>
              <a:defRPr sz="2000" b="1"/>
            </a:lvl2pPr>
            <a:lvl3pPr marL="914264" indent="0">
              <a:buNone/>
              <a:defRPr sz="1800" b="1"/>
            </a:lvl3pPr>
            <a:lvl4pPr marL="1371396" indent="0">
              <a:buNone/>
              <a:defRPr sz="1600" b="1"/>
            </a:lvl4pPr>
            <a:lvl5pPr marL="1828528" indent="0">
              <a:buNone/>
              <a:defRPr sz="1600" b="1"/>
            </a:lvl5pPr>
            <a:lvl6pPr marL="2285660" indent="0">
              <a:buNone/>
              <a:defRPr sz="1600" b="1"/>
            </a:lvl6pPr>
            <a:lvl7pPr marL="2742792" indent="0">
              <a:buNone/>
              <a:defRPr sz="1600" b="1"/>
            </a:lvl7pPr>
            <a:lvl8pPr marL="3199924" indent="0">
              <a:buNone/>
              <a:defRPr sz="1600" b="1"/>
            </a:lvl8pPr>
            <a:lvl9pPr marL="3657056" indent="0">
              <a:buNone/>
              <a:defRPr sz="1600" b="1"/>
            </a:lvl9pPr>
          </a:lstStyle>
          <a:p>
            <a:pPr lvl="0"/>
            <a:r>
              <a:rPr lang="en-US"/>
              <a:t>Click to edit Master text styles</a:t>
            </a:r>
          </a:p>
        </p:txBody>
      </p:sp>
      <p:sp>
        <p:nvSpPr>
          <p:cNvPr id="4" name="Content Placeholder 3"/>
          <p:cNvSpPr>
            <a:spLocks noGrp="1"/>
          </p:cNvSpPr>
          <p:nvPr>
            <p:ph sz="half" idx="2"/>
          </p:nvPr>
        </p:nvSpPr>
        <p:spPr>
          <a:xfrm>
            <a:off x="627936" y="2117987"/>
            <a:ext cx="5548946" cy="384793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379652" y="1494959"/>
            <a:ext cx="5551126" cy="623028"/>
          </a:xfrm>
        </p:spPr>
        <p:txBody>
          <a:bodyPr anchor="b"/>
          <a:lstStyle>
            <a:lvl1pPr marL="0" indent="0">
              <a:buNone/>
              <a:defRPr sz="2400" b="1"/>
            </a:lvl1pPr>
            <a:lvl2pPr marL="457132" indent="0">
              <a:buNone/>
              <a:defRPr sz="2000" b="1"/>
            </a:lvl2pPr>
            <a:lvl3pPr marL="914264" indent="0">
              <a:buNone/>
              <a:defRPr sz="1800" b="1"/>
            </a:lvl3pPr>
            <a:lvl4pPr marL="1371396" indent="0">
              <a:buNone/>
              <a:defRPr sz="1600" b="1"/>
            </a:lvl4pPr>
            <a:lvl5pPr marL="1828528" indent="0">
              <a:buNone/>
              <a:defRPr sz="1600" b="1"/>
            </a:lvl5pPr>
            <a:lvl6pPr marL="2285660" indent="0">
              <a:buNone/>
              <a:defRPr sz="1600" b="1"/>
            </a:lvl6pPr>
            <a:lvl7pPr marL="2742792" indent="0">
              <a:buNone/>
              <a:defRPr sz="1600" b="1"/>
            </a:lvl7pPr>
            <a:lvl8pPr marL="3199924" indent="0">
              <a:buNone/>
              <a:defRPr sz="1600" b="1"/>
            </a:lvl8pPr>
            <a:lvl9pPr marL="365705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9652" y="2117987"/>
            <a:ext cx="5551126" cy="384793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E9E6AE6-92C4-4529-A819-5E29A0D5506D}" type="datetimeFigureOut">
              <a:rPr lang="en-US" smtClean="0"/>
              <a:pPr/>
              <a:t>22-Jul-26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E9E6AE6-92C4-4529-A819-5E29A0D5506D}" type="datetimeFigureOut">
              <a:rPr lang="en-US" smtClean="0"/>
              <a:pPr/>
              <a:t>22-Jul-26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9E6AE6-92C4-4529-A819-5E29A0D5506D}" type="datetimeFigureOut">
              <a:rPr lang="en-US" smtClean="0"/>
              <a:pPr/>
              <a:t>22-Jul-26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7936" y="265908"/>
            <a:ext cx="4131730" cy="1131654"/>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910110" y="265911"/>
            <a:ext cx="7020669" cy="570001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7936" y="1397565"/>
            <a:ext cx="4131730" cy="4568357"/>
          </a:xfrm>
        </p:spPr>
        <p:txBody>
          <a:bodyPr/>
          <a:lstStyle>
            <a:lvl1pPr marL="0" indent="0">
              <a:buNone/>
              <a:defRPr sz="1400"/>
            </a:lvl1pPr>
            <a:lvl2pPr marL="457132" indent="0">
              <a:buNone/>
              <a:defRPr sz="1200"/>
            </a:lvl2pPr>
            <a:lvl3pPr marL="914264" indent="0">
              <a:buNone/>
              <a:defRPr sz="1000"/>
            </a:lvl3pPr>
            <a:lvl4pPr marL="1371396" indent="0">
              <a:buNone/>
              <a:defRPr sz="900"/>
            </a:lvl4pPr>
            <a:lvl5pPr marL="1828528" indent="0">
              <a:buNone/>
              <a:defRPr sz="900"/>
            </a:lvl5pPr>
            <a:lvl6pPr marL="2285660" indent="0">
              <a:buNone/>
              <a:defRPr sz="900"/>
            </a:lvl6pPr>
            <a:lvl7pPr marL="2742792" indent="0">
              <a:buNone/>
              <a:defRPr sz="900"/>
            </a:lvl7pPr>
            <a:lvl8pPr marL="3199924" indent="0">
              <a:buNone/>
              <a:defRPr sz="900"/>
            </a:lvl8pPr>
            <a:lvl9pPr marL="3657056"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9E6AE6-92C4-4529-A819-5E29A0D5506D}" type="datetimeFigureOut">
              <a:rPr lang="en-US" smtClean="0"/>
              <a:pPr/>
              <a:t>22-Jul-26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61596" y="4675029"/>
            <a:ext cx="7535228" cy="55191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461596" y="596746"/>
            <a:ext cx="7535228" cy="4007168"/>
          </a:xfrm>
        </p:spPr>
        <p:txBody>
          <a:bodyPr/>
          <a:lstStyle>
            <a:lvl1pPr marL="0" indent="0">
              <a:buNone/>
              <a:defRPr sz="3200"/>
            </a:lvl1pPr>
            <a:lvl2pPr marL="457132" indent="0">
              <a:buNone/>
              <a:defRPr sz="2800"/>
            </a:lvl2pPr>
            <a:lvl3pPr marL="914264" indent="0">
              <a:buNone/>
              <a:defRPr sz="2400"/>
            </a:lvl3pPr>
            <a:lvl4pPr marL="1371396" indent="0">
              <a:buNone/>
              <a:defRPr sz="2000"/>
            </a:lvl4pPr>
            <a:lvl5pPr marL="1828528" indent="0">
              <a:buNone/>
              <a:defRPr sz="2000"/>
            </a:lvl5pPr>
            <a:lvl6pPr marL="2285660" indent="0">
              <a:buNone/>
              <a:defRPr sz="2000"/>
            </a:lvl6pPr>
            <a:lvl7pPr marL="2742792" indent="0">
              <a:buNone/>
              <a:defRPr sz="2000"/>
            </a:lvl7pPr>
            <a:lvl8pPr marL="3199924" indent="0">
              <a:buNone/>
              <a:defRPr sz="2000"/>
            </a:lvl8pPr>
            <a:lvl9pPr marL="3657056" indent="0">
              <a:buNone/>
              <a:defRPr sz="2000"/>
            </a:lvl9pPr>
          </a:lstStyle>
          <a:p>
            <a:endParaRPr lang="en-IN"/>
          </a:p>
        </p:txBody>
      </p:sp>
      <p:sp>
        <p:nvSpPr>
          <p:cNvPr id="4" name="Text Placeholder 3"/>
          <p:cNvSpPr>
            <a:spLocks noGrp="1"/>
          </p:cNvSpPr>
          <p:nvPr>
            <p:ph type="body" sz="half" idx="2"/>
          </p:nvPr>
        </p:nvSpPr>
        <p:spPr>
          <a:xfrm>
            <a:off x="2461596" y="5226944"/>
            <a:ext cx="7535228" cy="783809"/>
          </a:xfrm>
        </p:spPr>
        <p:txBody>
          <a:bodyPr/>
          <a:lstStyle>
            <a:lvl1pPr marL="0" indent="0">
              <a:buNone/>
              <a:defRPr sz="1400"/>
            </a:lvl1pPr>
            <a:lvl2pPr marL="457132" indent="0">
              <a:buNone/>
              <a:defRPr sz="1200"/>
            </a:lvl2pPr>
            <a:lvl3pPr marL="914264" indent="0">
              <a:buNone/>
              <a:defRPr sz="1000"/>
            </a:lvl3pPr>
            <a:lvl4pPr marL="1371396" indent="0">
              <a:buNone/>
              <a:defRPr sz="900"/>
            </a:lvl4pPr>
            <a:lvl5pPr marL="1828528" indent="0">
              <a:buNone/>
              <a:defRPr sz="900"/>
            </a:lvl5pPr>
            <a:lvl6pPr marL="2285660" indent="0">
              <a:buNone/>
              <a:defRPr sz="900"/>
            </a:lvl6pPr>
            <a:lvl7pPr marL="2742792" indent="0">
              <a:buNone/>
              <a:defRPr sz="900"/>
            </a:lvl7pPr>
            <a:lvl8pPr marL="3199924" indent="0">
              <a:buNone/>
              <a:defRPr sz="900"/>
            </a:lvl8pPr>
            <a:lvl9pPr marL="3657056"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9E6AE6-92C4-4529-A819-5E29A0D5506D}" type="datetimeFigureOut">
              <a:rPr lang="en-US" smtClean="0"/>
              <a:pPr/>
              <a:t>22-Jul-26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9E6AE6-92C4-4529-A819-5E29A0D5506D}" type="datetimeFigureOut">
              <a:rPr lang="en-US" smtClean="0"/>
              <a:pPr/>
              <a:t>22-Jul-26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506385" y="295283"/>
            <a:ext cx="3878812" cy="628129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63411" y="295283"/>
            <a:ext cx="11433662" cy="62812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9E6AE6-92C4-4529-A819-5E29A0D5506D}" type="datetimeFigureOut">
              <a:rPr lang="en-US" smtClean="0"/>
              <a:pPr/>
              <a:t>22-Jul-26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209257-F720-4822-9B58-21BCCB967B1C}"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73"/>
        <p:cNvGrpSpPr/>
        <p:nvPr/>
      </p:nvGrpSpPr>
      <p:grpSpPr>
        <a:xfrm>
          <a:off x="0" y="0"/>
          <a:ext cx="0" cy="0"/>
          <a:chOff x="0" y="0"/>
          <a:chExt cx="0" cy="0"/>
        </a:xfrm>
      </p:grpSpPr>
      <p:sp>
        <p:nvSpPr>
          <p:cNvPr id="274" name="Google Shape;274;p13"/>
          <p:cNvSpPr/>
          <p:nvPr/>
        </p:nvSpPr>
        <p:spPr>
          <a:xfrm>
            <a:off x="0" y="0"/>
            <a:ext cx="12558713" cy="6678613"/>
          </a:xfrm>
          <a:prstGeom prst="rect">
            <a:avLst/>
          </a:prstGeom>
          <a:solidFill>
            <a:srgbClr val="FFFFFF"/>
          </a:solidFill>
          <a:ln>
            <a:noFill/>
          </a:ln>
        </p:spPr>
        <p:txBody>
          <a:bodyPr spcFirstLastPara="1" wrap="square" lIns="118711" tIns="118711" rIns="118711" bIns="118711" anchor="ctr" anchorCtr="0">
            <a:noAutofit/>
          </a:bodyPr>
          <a:lstStyle/>
          <a:p>
            <a:pPr marL="0" lvl="0" indent="0" algn="l" rtl="0">
              <a:spcBef>
                <a:spcPts val="0"/>
              </a:spcBef>
              <a:spcAft>
                <a:spcPts val="0"/>
              </a:spcAft>
              <a:buNone/>
            </a:pPr>
            <a:endParaRPr sz="2337"/>
          </a:p>
        </p:txBody>
      </p:sp>
      <p:sp>
        <p:nvSpPr>
          <p:cNvPr id="275" name="Google Shape;275;p13"/>
          <p:cNvSpPr/>
          <p:nvPr/>
        </p:nvSpPr>
        <p:spPr>
          <a:xfrm>
            <a:off x="236712" y="4796922"/>
            <a:ext cx="12102594" cy="1683969"/>
          </a:xfrm>
          <a:prstGeom prst="rect">
            <a:avLst/>
          </a:prstGeom>
          <a:solidFill>
            <a:srgbClr val="E2E6D0"/>
          </a:solidFill>
          <a:ln>
            <a:noFill/>
          </a:ln>
        </p:spPr>
        <p:txBody>
          <a:bodyPr spcFirstLastPara="1" wrap="square" lIns="118711" tIns="118711" rIns="118711" bIns="118711" anchor="ctr" anchorCtr="0">
            <a:noAutofit/>
          </a:bodyPr>
          <a:lstStyle/>
          <a:p>
            <a:pPr marL="0" lvl="0" indent="0" algn="l" rtl="0">
              <a:spcBef>
                <a:spcPts val="0"/>
              </a:spcBef>
              <a:spcAft>
                <a:spcPts val="0"/>
              </a:spcAft>
              <a:buNone/>
            </a:pPr>
            <a:endParaRPr sz="2337"/>
          </a:p>
        </p:txBody>
      </p:sp>
      <p:sp>
        <p:nvSpPr>
          <p:cNvPr id="276" name="Google Shape;276;p13"/>
          <p:cNvSpPr/>
          <p:nvPr/>
        </p:nvSpPr>
        <p:spPr>
          <a:xfrm>
            <a:off x="236712" y="197495"/>
            <a:ext cx="9601153" cy="4435659"/>
          </a:xfrm>
          <a:prstGeom prst="rect">
            <a:avLst/>
          </a:prstGeom>
          <a:solidFill>
            <a:srgbClr val="E4EEE4"/>
          </a:solidFill>
          <a:ln>
            <a:noFill/>
          </a:ln>
        </p:spPr>
        <p:txBody>
          <a:bodyPr spcFirstLastPara="1" wrap="square" lIns="118711" tIns="118711" rIns="118711" bIns="118711" anchor="ctr" anchorCtr="0">
            <a:noAutofit/>
          </a:bodyPr>
          <a:lstStyle/>
          <a:p>
            <a:pPr marL="0" lvl="0" indent="0" algn="l" rtl="0">
              <a:spcBef>
                <a:spcPts val="0"/>
              </a:spcBef>
              <a:spcAft>
                <a:spcPts val="0"/>
              </a:spcAft>
              <a:buNone/>
            </a:pPr>
            <a:endParaRPr sz="2337"/>
          </a:p>
        </p:txBody>
      </p:sp>
      <p:sp>
        <p:nvSpPr>
          <p:cNvPr id="277" name="Google Shape;277;p13"/>
          <p:cNvSpPr/>
          <p:nvPr/>
        </p:nvSpPr>
        <p:spPr>
          <a:xfrm>
            <a:off x="10059881" y="197495"/>
            <a:ext cx="2279357" cy="4435659"/>
          </a:xfrm>
          <a:prstGeom prst="rect">
            <a:avLst/>
          </a:prstGeom>
          <a:solidFill>
            <a:srgbClr val="E4EEE4"/>
          </a:solidFill>
          <a:ln>
            <a:noFill/>
          </a:ln>
        </p:spPr>
        <p:txBody>
          <a:bodyPr spcFirstLastPara="1" wrap="square" lIns="118711" tIns="118711" rIns="118711" bIns="118711" anchor="ctr" anchorCtr="0">
            <a:noAutofit/>
          </a:bodyPr>
          <a:lstStyle/>
          <a:p>
            <a:pPr marL="0" lvl="0" indent="0" algn="l" rtl="0">
              <a:spcBef>
                <a:spcPts val="0"/>
              </a:spcBef>
              <a:spcAft>
                <a:spcPts val="0"/>
              </a:spcAft>
              <a:buNone/>
            </a:pPr>
            <a:endParaRPr sz="2337"/>
          </a:p>
        </p:txBody>
      </p:sp>
      <p:sp>
        <p:nvSpPr>
          <p:cNvPr id="278" name="Google Shape;278;p13"/>
          <p:cNvSpPr txBox="1">
            <a:spLocks noGrp="1"/>
          </p:cNvSpPr>
          <p:nvPr>
            <p:ph type="ctrTitle"/>
          </p:nvPr>
        </p:nvSpPr>
        <p:spPr>
          <a:xfrm>
            <a:off x="1129550" y="687241"/>
            <a:ext cx="7949731" cy="3453636"/>
          </a:xfrm>
          <a:prstGeom prst="rect">
            <a:avLst/>
          </a:prstGeom>
          <a:noFill/>
        </p:spPr>
        <p:txBody>
          <a:bodyPr spcFirstLastPara="1" wrap="square" lIns="91425" tIns="91425" rIns="91425" bIns="91425" anchor="ctr" anchorCtr="0">
            <a:normAutofit/>
          </a:bodyPr>
          <a:lstStyle>
            <a:lvl1pPr lvl="0" algn="l">
              <a:lnSpc>
                <a:spcPct val="100000"/>
              </a:lnSpc>
              <a:spcBef>
                <a:spcPts val="0"/>
              </a:spcBef>
              <a:spcAft>
                <a:spcPts val="0"/>
              </a:spcAft>
              <a:buClr>
                <a:srgbClr val="343C44"/>
              </a:buClr>
              <a:buSzPts val="3600"/>
              <a:buNone/>
              <a:defRPr sz="4675" b="1">
                <a:solidFill>
                  <a:srgbClr val="343C44"/>
                </a:solidFill>
              </a:defRPr>
            </a:lvl1pPr>
            <a:lvl2pPr lvl="1" algn="l">
              <a:lnSpc>
                <a:spcPct val="100000"/>
              </a:lnSpc>
              <a:spcBef>
                <a:spcPts val="0"/>
              </a:spcBef>
              <a:spcAft>
                <a:spcPts val="0"/>
              </a:spcAft>
              <a:buClr>
                <a:srgbClr val="343C44"/>
              </a:buClr>
              <a:buSzPts val="3600"/>
              <a:buNone/>
              <a:defRPr sz="4675" b="1">
                <a:solidFill>
                  <a:srgbClr val="343C44"/>
                </a:solidFill>
              </a:defRPr>
            </a:lvl2pPr>
            <a:lvl3pPr lvl="2" algn="l">
              <a:lnSpc>
                <a:spcPct val="100000"/>
              </a:lnSpc>
              <a:spcBef>
                <a:spcPts val="0"/>
              </a:spcBef>
              <a:spcAft>
                <a:spcPts val="0"/>
              </a:spcAft>
              <a:buClr>
                <a:srgbClr val="343C44"/>
              </a:buClr>
              <a:buSzPts val="3600"/>
              <a:buNone/>
              <a:defRPr sz="4675" b="1">
                <a:solidFill>
                  <a:srgbClr val="343C44"/>
                </a:solidFill>
              </a:defRPr>
            </a:lvl3pPr>
            <a:lvl4pPr lvl="3" algn="l">
              <a:lnSpc>
                <a:spcPct val="100000"/>
              </a:lnSpc>
              <a:spcBef>
                <a:spcPts val="0"/>
              </a:spcBef>
              <a:spcAft>
                <a:spcPts val="0"/>
              </a:spcAft>
              <a:buClr>
                <a:srgbClr val="343C44"/>
              </a:buClr>
              <a:buSzPts val="3600"/>
              <a:buNone/>
              <a:defRPr sz="4675" b="1">
                <a:solidFill>
                  <a:srgbClr val="343C44"/>
                </a:solidFill>
              </a:defRPr>
            </a:lvl4pPr>
            <a:lvl5pPr lvl="4" algn="l">
              <a:lnSpc>
                <a:spcPct val="100000"/>
              </a:lnSpc>
              <a:spcBef>
                <a:spcPts val="0"/>
              </a:spcBef>
              <a:spcAft>
                <a:spcPts val="0"/>
              </a:spcAft>
              <a:buClr>
                <a:srgbClr val="343C44"/>
              </a:buClr>
              <a:buSzPts val="3600"/>
              <a:buNone/>
              <a:defRPr sz="4675" b="1">
                <a:solidFill>
                  <a:srgbClr val="343C44"/>
                </a:solidFill>
              </a:defRPr>
            </a:lvl5pPr>
            <a:lvl6pPr lvl="5" algn="l">
              <a:lnSpc>
                <a:spcPct val="100000"/>
              </a:lnSpc>
              <a:spcBef>
                <a:spcPts val="0"/>
              </a:spcBef>
              <a:spcAft>
                <a:spcPts val="0"/>
              </a:spcAft>
              <a:buClr>
                <a:srgbClr val="343C44"/>
              </a:buClr>
              <a:buSzPts val="3600"/>
              <a:buNone/>
              <a:defRPr sz="4675" b="1">
                <a:solidFill>
                  <a:srgbClr val="343C44"/>
                </a:solidFill>
              </a:defRPr>
            </a:lvl6pPr>
            <a:lvl7pPr lvl="6" algn="l">
              <a:lnSpc>
                <a:spcPct val="100000"/>
              </a:lnSpc>
              <a:spcBef>
                <a:spcPts val="0"/>
              </a:spcBef>
              <a:spcAft>
                <a:spcPts val="0"/>
              </a:spcAft>
              <a:buClr>
                <a:srgbClr val="343C44"/>
              </a:buClr>
              <a:buSzPts val="3600"/>
              <a:buNone/>
              <a:defRPr sz="4675" b="1">
                <a:solidFill>
                  <a:srgbClr val="343C44"/>
                </a:solidFill>
              </a:defRPr>
            </a:lvl7pPr>
            <a:lvl8pPr lvl="7" algn="l">
              <a:lnSpc>
                <a:spcPct val="100000"/>
              </a:lnSpc>
              <a:spcBef>
                <a:spcPts val="0"/>
              </a:spcBef>
              <a:spcAft>
                <a:spcPts val="0"/>
              </a:spcAft>
              <a:buClr>
                <a:srgbClr val="343C44"/>
              </a:buClr>
              <a:buSzPts val="3600"/>
              <a:buNone/>
              <a:defRPr sz="4675" b="1">
                <a:solidFill>
                  <a:srgbClr val="343C44"/>
                </a:solidFill>
              </a:defRPr>
            </a:lvl8pPr>
            <a:lvl9pPr lvl="8" algn="l">
              <a:lnSpc>
                <a:spcPct val="100000"/>
              </a:lnSpc>
              <a:spcBef>
                <a:spcPts val="0"/>
              </a:spcBef>
              <a:spcAft>
                <a:spcPts val="0"/>
              </a:spcAft>
              <a:buClr>
                <a:srgbClr val="343C44"/>
              </a:buClr>
              <a:buSzPts val="3600"/>
              <a:buNone/>
              <a:defRPr sz="4675" b="1">
                <a:solidFill>
                  <a:srgbClr val="343C44"/>
                </a:solidFill>
              </a:defRPr>
            </a:lvl9pPr>
          </a:lstStyle>
          <a:p>
            <a:endParaRPr/>
          </a:p>
        </p:txBody>
      </p:sp>
      <p:sp>
        <p:nvSpPr>
          <p:cNvPr id="279" name="Google Shape;279;p13"/>
          <p:cNvSpPr txBox="1">
            <a:spLocks noGrp="1"/>
          </p:cNvSpPr>
          <p:nvPr>
            <p:ph type="subTitle" idx="1"/>
          </p:nvPr>
        </p:nvSpPr>
        <p:spPr>
          <a:xfrm>
            <a:off x="1129549" y="5162145"/>
            <a:ext cx="5530284" cy="999552"/>
          </a:xfrm>
          <a:prstGeom prst="rect">
            <a:avLst/>
          </a:prstGeom>
          <a:noFill/>
        </p:spPr>
        <p:txBody>
          <a:bodyPr spcFirstLastPara="1" wrap="square" lIns="91425" tIns="91425" rIns="91425" bIns="91425" anchor="t" anchorCtr="0">
            <a:normAutofit/>
          </a:bodyPr>
          <a:lstStyle>
            <a:lvl1pPr lvl="0" algn="l">
              <a:lnSpc>
                <a:spcPct val="100000"/>
              </a:lnSpc>
              <a:spcBef>
                <a:spcPts val="0"/>
              </a:spcBef>
              <a:spcAft>
                <a:spcPts val="0"/>
              </a:spcAft>
              <a:buClr>
                <a:srgbClr val="343C44"/>
              </a:buClr>
              <a:buSzPts val="1600"/>
              <a:buNone/>
              <a:defRPr sz="2078" b="1">
                <a:solidFill>
                  <a:srgbClr val="343C44"/>
                </a:solidFill>
              </a:defRPr>
            </a:lvl1pPr>
            <a:lvl2pPr lvl="1" algn="l">
              <a:lnSpc>
                <a:spcPct val="100000"/>
              </a:lnSpc>
              <a:spcBef>
                <a:spcPts val="0"/>
              </a:spcBef>
              <a:spcAft>
                <a:spcPts val="0"/>
              </a:spcAft>
              <a:buClr>
                <a:srgbClr val="343C44"/>
              </a:buClr>
              <a:buSzPts val="1600"/>
              <a:buNone/>
              <a:defRPr sz="2078" b="1">
                <a:solidFill>
                  <a:srgbClr val="343C44"/>
                </a:solidFill>
              </a:defRPr>
            </a:lvl2pPr>
            <a:lvl3pPr lvl="2" algn="l">
              <a:lnSpc>
                <a:spcPct val="100000"/>
              </a:lnSpc>
              <a:spcBef>
                <a:spcPts val="0"/>
              </a:spcBef>
              <a:spcAft>
                <a:spcPts val="0"/>
              </a:spcAft>
              <a:buClr>
                <a:srgbClr val="343C44"/>
              </a:buClr>
              <a:buSzPts val="1600"/>
              <a:buNone/>
              <a:defRPr sz="2078" b="1">
                <a:solidFill>
                  <a:srgbClr val="343C44"/>
                </a:solidFill>
              </a:defRPr>
            </a:lvl3pPr>
            <a:lvl4pPr lvl="3" algn="l">
              <a:lnSpc>
                <a:spcPct val="100000"/>
              </a:lnSpc>
              <a:spcBef>
                <a:spcPts val="0"/>
              </a:spcBef>
              <a:spcAft>
                <a:spcPts val="0"/>
              </a:spcAft>
              <a:buClr>
                <a:srgbClr val="343C44"/>
              </a:buClr>
              <a:buSzPts val="1600"/>
              <a:buNone/>
              <a:defRPr sz="2078" b="1">
                <a:solidFill>
                  <a:srgbClr val="343C44"/>
                </a:solidFill>
              </a:defRPr>
            </a:lvl4pPr>
            <a:lvl5pPr lvl="4" algn="l">
              <a:lnSpc>
                <a:spcPct val="100000"/>
              </a:lnSpc>
              <a:spcBef>
                <a:spcPts val="0"/>
              </a:spcBef>
              <a:spcAft>
                <a:spcPts val="0"/>
              </a:spcAft>
              <a:buClr>
                <a:srgbClr val="343C44"/>
              </a:buClr>
              <a:buSzPts val="1600"/>
              <a:buNone/>
              <a:defRPr sz="2078" b="1">
                <a:solidFill>
                  <a:srgbClr val="343C44"/>
                </a:solidFill>
              </a:defRPr>
            </a:lvl5pPr>
            <a:lvl6pPr lvl="5" algn="l">
              <a:lnSpc>
                <a:spcPct val="100000"/>
              </a:lnSpc>
              <a:spcBef>
                <a:spcPts val="0"/>
              </a:spcBef>
              <a:spcAft>
                <a:spcPts val="0"/>
              </a:spcAft>
              <a:buClr>
                <a:srgbClr val="343C44"/>
              </a:buClr>
              <a:buSzPts val="1600"/>
              <a:buNone/>
              <a:defRPr sz="2078" b="1">
                <a:solidFill>
                  <a:srgbClr val="343C44"/>
                </a:solidFill>
              </a:defRPr>
            </a:lvl6pPr>
            <a:lvl7pPr lvl="6" algn="l">
              <a:lnSpc>
                <a:spcPct val="100000"/>
              </a:lnSpc>
              <a:spcBef>
                <a:spcPts val="0"/>
              </a:spcBef>
              <a:spcAft>
                <a:spcPts val="0"/>
              </a:spcAft>
              <a:buClr>
                <a:srgbClr val="343C44"/>
              </a:buClr>
              <a:buSzPts val="1600"/>
              <a:buNone/>
              <a:defRPr sz="2078" b="1">
                <a:solidFill>
                  <a:srgbClr val="343C44"/>
                </a:solidFill>
              </a:defRPr>
            </a:lvl7pPr>
            <a:lvl8pPr lvl="7" algn="l">
              <a:lnSpc>
                <a:spcPct val="100000"/>
              </a:lnSpc>
              <a:spcBef>
                <a:spcPts val="0"/>
              </a:spcBef>
              <a:spcAft>
                <a:spcPts val="0"/>
              </a:spcAft>
              <a:buClr>
                <a:srgbClr val="343C44"/>
              </a:buClr>
              <a:buSzPts val="1600"/>
              <a:buNone/>
              <a:defRPr sz="2078" b="1">
                <a:solidFill>
                  <a:srgbClr val="343C44"/>
                </a:solidFill>
              </a:defRPr>
            </a:lvl8pPr>
            <a:lvl9pPr lvl="8" algn="l">
              <a:lnSpc>
                <a:spcPct val="100000"/>
              </a:lnSpc>
              <a:spcBef>
                <a:spcPts val="0"/>
              </a:spcBef>
              <a:spcAft>
                <a:spcPts val="0"/>
              </a:spcAft>
              <a:buClr>
                <a:srgbClr val="343C44"/>
              </a:buClr>
              <a:buSzPts val="1600"/>
              <a:buNone/>
              <a:defRPr sz="2078" b="1">
                <a:solidFill>
                  <a:srgbClr val="343C44"/>
                </a:solidFill>
              </a:defRPr>
            </a:lvl9pPr>
          </a:lstStyle>
          <a:p>
            <a:endParaRPr/>
          </a:p>
        </p:txBody>
      </p:sp>
      <p:sp>
        <p:nvSpPr>
          <p:cNvPr id="280" name="Google Shape;280;p13"/>
          <p:cNvSpPr txBox="1">
            <a:spLocks noGrp="1"/>
          </p:cNvSpPr>
          <p:nvPr>
            <p:ph type="sldNum" idx="12"/>
          </p:nvPr>
        </p:nvSpPr>
        <p:spPr>
          <a:xfrm>
            <a:off x="11636392" y="6054986"/>
            <a:ext cx="753605" cy="511073"/>
          </a:xfrm>
          <a:prstGeom prst="rect">
            <a:avLst/>
          </a:prstGeom>
          <a:noFill/>
        </p:spPr>
        <p:txBody>
          <a:bodyPr spcFirstLastPara="1" wrap="square" lIns="91425" tIns="91425" rIns="91425" bIns="91425" anchor="ctr" anchorCtr="0">
            <a:normAutofit/>
          </a:bodyPr>
          <a:lstStyle>
            <a:lvl1pPr lvl="0" algn="r">
              <a:lnSpc>
                <a:spcPct val="100000"/>
              </a:lnSpc>
              <a:spcAft>
                <a:spcPts val="0"/>
              </a:spcAft>
              <a:buNone/>
              <a:defRPr sz="1299">
                <a:solidFill>
                  <a:srgbClr val="434343"/>
                </a:solidFill>
              </a:defRPr>
            </a:lvl1pPr>
            <a:lvl2pPr lvl="1" algn="r">
              <a:lnSpc>
                <a:spcPct val="100000"/>
              </a:lnSpc>
              <a:spcAft>
                <a:spcPts val="0"/>
              </a:spcAft>
              <a:buNone/>
              <a:defRPr sz="1299">
                <a:solidFill>
                  <a:srgbClr val="434343"/>
                </a:solidFill>
              </a:defRPr>
            </a:lvl2pPr>
            <a:lvl3pPr lvl="2" algn="r">
              <a:lnSpc>
                <a:spcPct val="100000"/>
              </a:lnSpc>
              <a:spcAft>
                <a:spcPts val="0"/>
              </a:spcAft>
              <a:buNone/>
              <a:defRPr sz="1299">
                <a:solidFill>
                  <a:srgbClr val="434343"/>
                </a:solidFill>
              </a:defRPr>
            </a:lvl3pPr>
            <a:lvl4pPr lvl="3" algn="r">
              <a:lnSpc>
                <a:spcPct val="100000"/>
              </a:lnSpc>
              <a:spcAft>
                <a:spcPts val="0"/>
              </a:spcAft>
              <a:buNone/>
              <a:defRPr sz="1299">
                <a:solidFill>
                  <a:srgbClr val="434343"/>
                </a:solidFill>
              </a:defRPr>
            </a:lvl4pPr>
            <a:lvl5pPr lvl="4" algn="r">
              <a:lnSpc>
                <a:spcPct val="100000"/>
              </a:lnSpc>
              <a:spcAft>
                <a:spcPts val="0"/>
              </a:spcAft>
              <a:buNone/>
              <a:defRPr sz="1299">
                <a:solidFill>
                  <a:srgbClr val="434343"/>
                </a:solidFill>
              </a:defRPr>
            </a:lvl5pPr>
            <a:lvl6pPr lvl="5" algn="r">
              <a:lnSpc>
                <a:spcPct val="100000"/>
              </a:lnSpc>
              <a:spcAft>
                <a:spcPts val="0"/>
              </a:spcAft>
              <a:buNone/>
              <a:defRPr sz="1299">
                <a:solidFill>
                  <a:srgbClr val="434343"/>
                </a:solidFill>
              </a:defRPr>
            </a:lvl6pPr>
            <a:lvl7pPr lvl="6" algn="r">
              <a:lnSpc>
                <a:spcPct val="100000"/>
              </a:lnSpc>
              <a:spcAft>
                <a:spcPts val="0"/>
              </a:spcAft>
              <a:buNone/>
              <a:defRPr sz="1299">
                <a:solidFill>
                  <a:srgbClr val="434343"/>
                </a:solidFill>
              </a:defRPr>
            </a:lvl7pPr>
            <a:lvl8pPr lvl="7" algn="r">
              <a:lnSpc>
                <a:spcPct val="100000"/>
              </a:lnSpc>
              <a:spcAft>
                <a:spcPts val="0"/>
              </a:spcAft>
              <a:buNone/>
              <a:defRPr sz="1299">
                <a:solidFill>
                  <a:srgbClr val="434343"/>
                </a:solidFill>
              </a:defRPr>
            </a:lvl8pPr>
            <a:lvl9pPr lvl="8" algn="r">
              <a:lnSpc>
                <a:spcPct val="100000"/>
              </a:lnSpc>
              <a:spcAft>
                <a:spcPts val="0"/>
              </a:spcAft>
              <a:buNone/>
              <a:defRPr sz="1299">
                <a:solidFill>
                  <a:srgbClr val="434343"/>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96738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7936" y="267454"/>
            <a:ext cx="11302842" cy="1113102"/>
          </a:xfrm>
          <a:prstGeom prst="rect">
            <a:avLst/>
          </a:prstGeom>
        </p:spPr>
        <p:txBody>
          <a:bodyPr vert="horz" lIns="91426" tIns="45713" rIns="91426" bIns="45713"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7936" y="1558345"/>
            <a:ext cx="11302842" cy="4407576"/>
          </a:xfrm>
          <a:prstGeom prst="rect">
            <a:avLst/>
          </a:prstGeom>
        </p:spPr>
        <p:txBody>
          <a:bodyPr vert="horz" lIns="91426" tIns="45713" rIns="91426" bIns="4571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7936" y="6190087"/>
            <a:ext cx="2930366" cy="355574"/>
          </a:xfrm>
          <a:prstGeom prst="rect">
            <a:avLst/>
          </a:prstGeom>
        </p:spPr>
        <p:txBody>
          <a:bodyPr vert="horz" lIns="91426" tIns="45713" rIns="91426" bIns="45713" rtlCol="0" anchor="ctr"/>
          <a:lstStyle>
            <a:lvl1pPr algn="l">
              <a:defRPr sz="1200">
                <a:solidFill>
                  <a:schemeClr val="tx1">
                    <a:tint val="75000"/>
                  </a:schemeClr>
                </a:solidFill>
              </a:defRPr>
            </a:lvl1pPr>
          </a:lstStyle>
          <a:p>
            <a:fld id="{3E9E6AE6-92C4-4529-A819-5E29A0D5506D}" type="datetimeFigureOut">
              <a:rPr lang="en-US" smtClean="0"/>
              <a:pPr/>
              <a:t>22-Jul-26</a:t>
            </a:fld>
            <a:endParaRPr lang="en-IN"/>
          </a:p>
        </p:txBody>
      </p:sp>
      <p:sp>
        <p:nvSpPr>
          <p:cNvPr id="5" name="Footer Placeholder 4"/>
          <p:cNvSpPr>
            <a:spLocks noGrp="1"/>
          </p:cNvSpPr>
          <p:nvPr>
            <p:ph type="ftr" sz="quarter" idx="3"/>
          </p:nvPr>
        </p:nvSpPr>
        <p:spPr>
          <a:xfrm>
            <a:off x="4290894" y="6190087"/>
            <a:ext cx="3976926" cy="355574"/>
          </a:xfrm>
          <a:prstGeom prst="rect">
            <a:avLst/>
          </a:prstGeom>
        </p:spPr>
        <p:txBody>
          <a:bodyPr vert="horz" lIns="91426" tIns="45713" rIns="91426" bIns="45713"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9000411" y="6190087"/>
            <a:ext cx="2930366" cy="355574"/>
          </a:xfrm>
          <a:prstGeom prst="rect">
            <a:avLst/>
          </a:prstGeom>
        </p:spPr>
        <p:txBody>
          <a:bodyPr vert="horz" lIns="91426" tIns="45713" rIns="91426" bIns="45713" rtlCol="0" anchor="ctr"/>
          <a:lstStyle>
            <a:lvl1pPr algn="r">
              <a:defRPr sz="1200">
                <a:solidFill>
                  <a:schemeClr val="tx1">
                    <a:tint val="75000"/>
                  </a:schemeClr>
                </a:solidFill>
              </a:defRPr>
            </a:lvl1pPr>
          </a:lstStyle>
          <a:p>
            <a:fld id="{FB209257-F720-4822-9B58-21BCCB967B1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264" rtl="0" eaLnBrk="1" latinLnBrk="0" hangingPunct="1">
        <a:spcBef>
          <a:spcPct val="0"/>
        </a:spcBef>
        <a:buNone/>
        <a:defRPr sz="4400" kern="1200">
          <a:solidFill>
            <a:schemeClr val="tx1"/>
          </a:solidFill>
          <a:latin typeface="+mj-lt"/>
          <a:ea typeface="+mj-ea"/>
          <a:cs typeface="+mj-cs"/>
        </a:defRPr>
      </a:lvl1pPr>
    </p:titleStyle>
    <p:bodyStyle>
      <a:lvl1pPr marL="342849" indent="-342849" algn="l" defTabSz="914264"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40" indent="-285708" algn="l" defTabSz="914264"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30" indent="-228566" algn="l" defTabSz="914264"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61" indent="-228566" algn="l" defTabSz="914264"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094" indent="-228566" algn="l" defTabSz="914264"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26" indent="-228566" algn="l" defTabSz="91426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358" indent="-228566" algn="l" defTabSz="91426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490" indent="-228566" algn="l" defTabSz="91426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22" indent="-228566" algn="l" defTabSz="91426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64" rtl="0" eaLnBrk="1" latinLnBrk="0" hangingPunct="1">
        <a:defRPr sz="1800" kern="1200">
          <a:solidFill>
            <a:schemeClr val="tx1"/>
          </a:solidFill>
          <a:latin typeface="+mn-lt"/>
          <a:ea typeface="+mn-ea"/>
          <a:cs typeface="+mn-cs"/>
        </a:defRPr>
      </a:lvl1pPr>
      <a:lvl2pPr marL="457132" algn="l" defTabSz="914264" rtl="0" eaLnBrk="1" latinLnBrk="0" hangingPunct="1">
        <a:defRPr sz="1800" kern="1200">
          <a:solidFill>
            <a:schemeClr val="tx1"/>
          </a:solidFill>
          <a:latin typeface="+mn-lt"/>
          <a:ea typeface="+mn-ea"/>
          <a:cs typeface="+mn-cs"/>
        </a:defRPr>
      </a:lvl2pPr>
      <a:lvl3pPr marL="914264" algn="l" defTabSz="914264" rtl="0" eaLnBrk="1" latinLnBrk="0" hangingPunct="1">
        <a:defRPr sz="1800" kern="1200">
          <a:solidFill>
            <a:schemeClr val="tx1"/>
          </a:solidFill>
          <a:latin typeface="+mn-lt"/>
          <a:ea typeface="+mn-ea"/>
          <a:cs typeface="+mn-cs"/>
        </a:defRPr>
      </a:lvl3pPr>
      <a:lvl4pPr marL="1371396" algn="l" defTabSz="914264" rtl="0" eaLnBrk="1" latinLnBrk="0" hangingPunct="1">
        <a:defRPr sz="1800" kern="1200">
          <a:solidFill>
            <a:schemeClr val="tx1"/>
          </a:solidFill>
          <a:latin typeface="+mn-lt"/>
          <a:ea typeface="+mn-ea"/>
          <a:cs typeface="+mn-cs"/>
        </a:defRPr>
      </a:lvl4pPr>
      <a:lvl5pPr marL="1828528" algn="l" defTabSz="914264" rtl="0" eaLnBrk="1" latinLnBrk="0" hangingPunct="1">
        <a:defRPr sz="1800" kern="1200">
          <a:solidFill>
            <a:schemeClr val="tx1"/>
          </a:solidFill>
          <a:latin typeface="+mn-lt"/>
          <a:ea typeface="+mn-ea"/>
          <a:cs typeface="+mn-cs"/>
        </a:defRPr>
      </a:lvl5pPr>
      <a:lvl6pPr marL="2285660" algn="l" defTabSz="914264" rtl="0" eaLnBrk="1" latinLnBrk="0" hangingPunct="1">
        <a:defRPr sz="1800" kern="1200">
          <a:solidFill>
            <a:schemeClr val="tx1"/>
          </a:solidFill>
          <a:latin typeface="+mn-lt"/>
          <a:ea typeface="+mn-ea"/>
          <a:cs typeface="+mn-cs"/>
        </a:defRPr>
      </a:lvl6pPr>
      <a:lvl7pPr marL="2742792" algn="l" defTabSz="914264" rtl="0" eaLnBrk="1" latinLnBrk="0" hangingPunct="1">
        <a:defRPr sz="1800" kern="1200">
          <a:solidFill>
            <a:schemeClr val="tx1"/>
          </a:solidFill>
          <a:latin typeface="+mn-lt"/>
          <a:ea typeface="+mn-ea"/>
          <a:cs typeface="+mn-cs"/>
        </a:defRPr>
      </a:lvl7pPr>
      <a:lvl8pPr marL="3199924" algn="l" defTabSz="914264" rtl="0" eaLnBrk="1" latinLnBrk="0" hangingPunct="1">
        <a:defRPr sz="1800" kern="1200">
          <a:solidFill>
            <a:schemeClr val="tx1"/>
          </a:solidFill>
          <a:latin typeface="+mn-lt"/>
          <a:ea typeface="+mn-ea"/>
          <a:cs typeface="+mn-cs"/>
        </a:defRPr>
      </a:lvl8pPr>
      <a:lvl9pPr marL="3657056" algn="l" defTabSz="91426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diagramData" Target="../diagrams/data5.xml"/><Relationship Id="rId2" Type="http://schemas.openxmlformats.org/officeDocument/2006/relationships/diagramData" Target="../diagrams/data3.xml"/><Relationship Id="rId16" Type="http://schemas.microsoft.com/office/2007/relationships/diagramDrawing" Target="../diagrams/drawing5.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5.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54.png"/><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slide" Target="slide5.xml"/><Relationship Id="rId7" Type="http://schemas.openxmlformats.org/officeDocument/2006/relationships/diagramColors" Target="../diagrams/colors17.xml"/><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7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7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7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7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image" Target="../media/image81.png"/><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7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9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9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10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3.png"/><Relationship Id="rId1" Type="http://schemas.openxmlformats.org/officeDocument/2006/relationships/slideLayout" Target="../slideLayouts/slideLayout2.xml"/><Relationship Id="rId5" Type="http://schemas.openxmlformats.org/officeDocument/2006/relationships/hyperlink" Target="mailto:nabajyoti.goswami@gmail.com" TargetMode="External"/><Relationship Id="rId4" Type="http://schemas.openxmlformats.org/officeDocument/2006/relationships/hyperlink" Target="https://www.nielit.gov.in/guwahat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4"/>
          <p:cNvSpPr txBox="1">
            <a:spLocks noGrp="1"/>
          </p:cNvSpPr>
          <p:nvPr>
            <p:ph type="ctrTitle"/>
          </p:nvPr>
        </p:nvSpPr>
        <p:spPr>
          <a:xfrm>
            <a:off x="738581" y="687240"/>
            <a:ext cx="8838855" cy="4043026"/>
          </a:xfrm>
          <a:prstGeom prst="rect">
            <a:avLst/>
          </a:prstGeom>
        </p:spPr>
        <p:txBody>
          <a:bodyPr spcFirstLastPara="1" vert="horz" wrap="square" lIns="118711" tIns="118711" rIns="118711" bIns="118711" rtlCol="0" anchor="ctr" anchorCtr="0">
            <a:normAutofit/>
          </a:bodyPr>
          <a:lstStyle/>
          <a:p>
            <a:r>
              <a:rPr lang="en" sz="4155" dirty="0"/>
              <a:t>TUTORIAL</a:t>
            </a:r>
            <a:br>
              <a:rPr lang="en" sz="4155" dirty="0"/>
            </a:br>
            <a:r>
              <a:rPr lang="en" sz="4155" dirty="0"/>
              <a:t>Molecular Docking Using Autodock4</a:t>
            </a:r>
            <a:endParaRPr sz="4155" dirty="0"/>
          </a:p>
        </p:txBody>
      </p:sp>
      <p:sp>
        <p:nvSpPr>
          <p:cNvPr id="9" name="Google Shape;286;p14"/>
          <p:cNvSpPr txBox="1">
            <a:spLocks noGrp="1"/>
          </p:cNvSpPr>
          <p:nvPr>
            <p:ph type="subTitle" idx="1"/>
          </p:nvPr>
        </p:nvSpPr>
        <p:spPr>
          <a:xfrm>
            <a:off x="1071470" y="5211514"/>
            <a:ext cx="8260972" cy="1250412"/>
          </a:xfrm>
          <a:prstGeom prst="rect">
            <a:avLst/>
          </a:prstGeom>
        </p:spPr>
        <p:txBody>
          <a:bodyPr spcFirstLastPara="1" vert="horz" wrap="square" lIns="118711" tIns="118711" rIns="118711" bIns="118711" rtlCol="0" anchor="t" anchorCtr="0">
            <a:normAutofit/>
          </a:bodyPr>
          <a:lstStyle/>
          <a:p>
            <a:pPr marL="0" indent="0"/>
            <a:r>
              <a:rPr lang="en" sz="1800" dirty="0">
                <a:solidFill>
                  <a:schemeClr val="accent1">
                    <a:lumMod val="50000"/>
                  </a:schemeClr>
                </a:solidFill>
              </a:rPr>
              <a:t>Nabajyoti Goswami</a:t>
            </a:r>
            <a:endParaRPr sz="1800" dirty="0">
              <a:solidFill>
                <a:schemeClr val="accent1">
                  <a:lumMod val="50000"/>
                </a:schemeClr>
              </a:solidFill>
            </a:endParaRPr>
          </a:p>
          <a:p>
            <a:pPr marL="0" indent="0"/>
            <a:r>
              <a:rPr lang="en" sz="1800" dirty="0"/>
              <a:t>Senior Faculty in Bioinformatics</a:t>
            </a:r>
          </a:p>
          <a:p>
            <a:pPr marL="0" indent="0"/>
            <a:r>
              <a:rPr lang="en" sz="1800" dirty="0"/>
              <a:t>Smart Bioinformatics Ecosystem Project</a:t>
            </a:r>
          </a:p>
        </p:txBody>
      </p:sp>
      <p:grpSp>
        <p:nvGrpSpPr>
          <p:cNvPr id="2" name="Group 1">
            <a:extLst>
              <a:ext uri="{FF2B5EF4-FFF2-40B4-BE49-F238E27FC236}">
                <a16:creationId xmlns:a16="http://schemas.microsoft.com/office/drawing/2014/main" id="{25C3C5D6-73A7-175F-1F1C-932E559F714E}"/>
              </a:ext>
            </a:extLst>
          </p:cNvPr>
          <p:cNvGrpSpPr/>
          <p:nvPr/>
        </p:nvGrpSpPr>
        <p:grpSpPr>
          <a:xfrm>
            <a:off x="10186319" y="2070735"/>
            <a:ext cx="1997693" cy="1241074"/>
            <a:chOff x="232229" y="2269295"/>
            <a:chExt cx="1843314" cy="1000093"/>
          </a:xfrm>
        </p:grpSpPr>
        <p:pic>
          <p:nvPicPr>
            <p:cNvPr id="3" name="Google Shape;287;p14">
              <a:extLst>
                <a:ext uri="{FF2B5EF4-FFF2-40B4-BE49-F238E27FC236}">
                  <a16:creationId xmlns:a16="http://schemas.microsoft.com/office/drawing/2014/main" id="{B870EA51-6B58-A7D3-0630-67BD2CD2E82F}"/>
                </a:ext>
              </a:extLst>
            </p:cNvPr>
            <p:cNvPicPr preferRelativeResize="0"/>
            <p:nvPr/>
          </p:nvPicPr>
          <p:blipFill>
            <a:blip r:embed="rId3">
              <a:alphaModFix/>
            </a:blip>
            <a:stretch>
              <a:fillRect/>
            </a:stretch>
          </p:blipFill>
          <p:spPr>
            <a:xfrm>
              <a:off x="232229" y="2269295"/>
              <a:ext cx="1843314" cy="697061"/>
            </a:xfrm>
            <a:prstGeom prst="rect">
              <a:avLst/>
            </a:prstGeom>
            <a:noFill/>
            <a:ln>
              <a:noFill/>
            </a:ln>
          </p:spPr>
        </p:pic>
        <p:cxnSp>
          <p:nvCxnSpPr>
            <p:cNvPr id="4" name="Straight Connector 3">
              <a:extLst>
                <a:ext uri="{FF2B5EF4-FFF2-40B4-BE49-F238E27FC236}">
                  <a16:creationId xmlns:a16="http://schemas.microsoft.com/office/drawing/2014/main" id="{9203E0D8-C0DC-F676-7233-A012B92CFAB2}"/>
                </a:ext>
              </a:extLst>
            </p:cNvPr>
            <p:cNvCxnSpPr/>
            <p:nvPr/>
          </p:nvCxnSpPr>
          <p:spPr>
            <a:xfrm flipV="1">
              <a:off x="407986" y="2979718"/>
              <a:ext cx="1660525" cy="3175"/>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7E653C0-BA62-AF72-1E3C-1FEE864D8686}"/>
                </a:ext>
              </a:extLst>
            </p:cNvPr>
            <p:cNvSpPr/>
            <p:nvPr/>
          </p:nvSpPr>
          <p:spPr>
            <a:xfrm>
              <a:off x="721674" y="2937306"/>
              <a:ext cx="1111202" cy="332082"/>
            </a:xfrm>
            <a:prstGeom prst="rect">
              <a:avLst/>
            </a:prstGeom>
          </p:spPr>
          <p:txBody>
            <a:bodyPr wrap="square">
              <a:spAutoFit/>
            </a:bodyPr>
            <a:lstStyle/>
            <a:p>
              <a:r>
                <a:rPr lang="en-US" sz="2078" b="1" dirty="0">
                  <a:solidFill>
                    <a:srgbClr val="002060"/>
                  </a:solidFill>
                  <a:latin typeface="Bahnschrift Condensed" pitchFamily="34" charset="0"/>
                </a:rPr>
                <a:t>GUWAHATI</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2" y="0"/>
            <a:ext cx="11537195" cy="1113102"/>
          </a:xfrm>
        </p:spPr>
        <p:txBody>
          <a:bodyPr>
            <a:normAutofit/>
          </a:bodyPr>
          <a:lstStyle/>
          <a:p>
            <a:r>
              <a:rPr lang="en-IN" sz="3600" b="1" dirty="0"/>
              <a:t>Separating Molecules from Their Complexes</a:t>
            </a:r>
          </a:p>
        </p:txBody>
      </p:sp>
      <p:sp>
        <p:nvSpPr>
          <p:cNvPr id="5" name="TextBox 4"/>
          <p:cNvSpPr txBox="1"/>
          <p:nvPr/>
        </p:nvSpPr>
        <p:spPr>
          <a:xfrm>
            <a:off x="492880" y="1511803"/>
            <a:ext cx="11537195" cy="4339650"/>
          </a:xfrm>
          <a:prstGeom prst="rect">
            <a:avLst/>
          </a:prstGeom>
          <a:noFill/>
        </p:spPr>
        <p:txBody>
          <a:bodyPr wrap="square" rtlCol="0">
            <a:spAutoFit/>
          </a:bodyPr>
          <a:lstStyle/>
          <a:p>
            <a:pPr algn="just">
              <a:spcBef>
                <a:spcPts val="1200"/>
              </a:spcBef>
              <a:spcAft>
                <a:spcPts val="1200"/>
              </a:spcAft>
              <a:buFont typeface="Arial" pitchFamily="34" charset="0"/>
              <a:buChar char="•"/>
            </a:pPr>
            <a:r>
              <a:rPr lang="en-IN" sz="2400" dirty="0"/>
              <a:t> PDB entry 1HSG is a protein–</a:t>
            </a:r>
            <a:r>
              <a:rPr lang="en-IN" sz="2400" dirty="0" err="1"/>
              <a:t>ligand</a:t>
            </a:r>
            <a:r>
              <a:rPr lang="en-IN" sz="2400" dirty="0"/>
              <a:t> complex as entitled, “CRYSTAL STRUCTURE AT 1.9 ANGSTROMS RESOLUTION OF HUMAN IMMUNODEFICIENCY VIRUS (HIV) II PROTEASE COMPLEXED WITH L-735,524, AN ORALLY BIOAVAILABLE INHIBITOR OF THE HIV PROTEASES”.</a:t>
            </a:r>
          </a:p>
          <a:p>
            <a:pPr algn="just">
              <a:spcBef>
                <a:spcPts val="1200"/>
              </a:spcBef>
              <a:spcAft>
                <a:spcPts val="1200"/>
              </a:spcAft>
              <a:buFont typeface="Arial" pitchFamily="34" charset="0"/>
              <a:buChar char="•"/>
            </a:pPr>
            <a:r>
              <a:rPr lang="en-IN" sz="2400" dirty="0"/>
              <a:t> In order perform a benchmark docking with the same </a:t>
            </a:r>
            <a:r>
              <a:rPr lang="en-IN" sz="2400" dirty="0" err="1"/>
              <a:t>ligand</a:t>
            </a:r>
            <a:r>
              <a:rPr lang="en-IN" sz="2400" dirty="0"/>
              <a:t> associated with HIV II Protease, first we need to separate the </a:t>
            </a:r>
            <a:r>
              <a:rPr lang="en-IN" sz="2400" dirty="0" err="1"/>
              <a:t>ligand</a:t>
            </a:r>
            <a:r>
              <a:rPr lang="en-IN" sz="2400" dirty="0"/>
              <a:t> from the protein and individual PDB files of both protein and </a:t>
            </a:r>
            <a:r>
              <a:rPr lang="en-IN" sz="2400" dirty="0" err="1"/>
              <a:t>ligand</a:t>
            </a:r>
            <a:r>
              <a:rPr lang="en-IN" sz="2400" dirty="0"/>
              <a:t> should be created.</a:t>
            </a:r>
          </a:p>
          <a:p>
            <a:pPr algn="just">
              <a:spcBef>
                <a:spcPts val="1200"/>
              </a:spcBef>
              <a:spcAft>
                <a:spcPts val="1200"/>
              </a:spcAft>
              <a:buFont typeface="Arial" pitchFamily="34" charset="0"/>
              <a:buChar char="•"/>
            </a:pPr>
            <a:r>
              <a:rPr lang="en-IN" sz="2400" dirty="0"/>
              <a:t> For this purpose, we are using UCSF Chimera.</a:t>
            </a:r>
          </a:p>
          <a:p>
            <a:pPr algn="just">
              <a:spcBef>
                <a:spcPts val="1200"/>
              </a:spcBef>
              <a:spcAft>
                <a:spcPts val="1200"/>
              </a:spcAft>
              <a:buFont typeface="Arial" pitchFamily="34" charset="0"/>
              <a:buChar char="•"/>
            </a:pPr>
            <a:r>
              <a:rPr lang="en-IN" sz="2400" dirty="0"/>
              <a:t> Following figures will show how to overcome this situation.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2" y="0"/>
            <a:ext cx="11537195" cy="1113102"/>
          </a:xfrm>
        </p:spPr>
        <p:txBody>
          <a:bodyPr>
            <a:normAutofit/>
          </a:bodyPr>
          <a:lstStyle/>
          <a:p>
            <a:r>
              <a:rPr lang="en-IN" sz="3600" b="1" dirty="0"/>
              <a:t>Separating Molecules from Their Complexes (contd...)</a:t>
            </a:r>
          </a:p>
        </p:txBody>
      </p:sp>
      <p:sp>
        <p:nvSpPr>
          <p:cNvPr id="5" name="TextBox 4"/>
          <p:cNvSpPr txBox="1"/>
          <p:nvPr/>
        </p:nvSpPr>
        <p:spPr>
          <a:xfrm>
            <a:off x="492880" y="1511803"/>
            <a:ext cx="11537195" cy="2554545"/>
          </a:xfrm>
          <a:prstGeom prst="rect">
            <a:avLst/>
          </a:prstGeom>
          <a:noFill/>
        </p:spPr>
        <p:txBody>
          <a:bodyPr wrap="square" rtlCol="0">
            <a:spAutoFit/>
          </a:bodyPr>
          <a:lstStyle/>
          <a:p>
            <a:pPr algn="just">
              <a:spcBef>
                <a:spcPts val="1200"/>
              </a:spcBef>
              <a:spcAft>
                <a:spcPts val="1200"/>
              </a:spcAft>
              <a:buFont typeface="Arial" pitchFamily="34" charset="0"/>
              <a:buChar char="•"/>
            </a:pPr>
            <a:r>
              <a:rPr lang="en-IN" sz="2400" dirty="0"/>
              <a:t> Before proceeding to separate the molecules, it is recommended to visualize the molecule opened in UCSF Chimera very carefully.</a:t>
            </a:r>
          </a:p>
          <a:p>
            <a:pPr algn="just">
              <a:spcBef>
                <a:spcPts val="1200"/>
              </a:spcBef>
              <a:spcAft>
                <a:spcPts val="1200"/>
              </a:spcAft>
              <a:buFont typeface="Arial" pitchFamily="34" charset="0"/>
              <a:buChar char="•"/>
            </a:pPr>
            <a:r>
              <a:rPr lang="en-IN" sz="2400" dirty="0"/>
              <a:t> One can easily visualize the protein residues that are interacting with the </a:t>
            </a:r>
            <a:r>
              <a:rPr lang="en-IN" sz="2400" dirty="0" err="1"/>
              <a:t>ligand</a:t>
            </a:r>
            <a:r>
              <a:rPr lang="en-IN" sz="2400" dirty="0"/>
              <a:t> attached to it.</a:t>
            </a:r>
          </a:p>
          <a:p>
            <a:pPr algn="just">
              <a:spcBef>
                <a:spcPts val="1200"/>
              </a:spcBef>
              <a:spcAft>
                <a:spcPts val="1200"/>
              </a:spcAft>
              <a:buFont typeface="Arial" pitchFamily="34" charset="0"/>
              <a:buChar char="•"/>
            </a:pPr>
            <a:r>
              <a:rPr lang="en-IN" sz="2400" dirty="0"/>
              <a:t> In this case, these residues are Arg8, Asp25, Asp29, Asp30 and Val32.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1.png"/>
          <p:cNvPicPr>
            <a:picLocks noChangeAspect="1"/>
          </p:cNvPicPr>
          <p:nvPr/>
        </p:nvPicPr>
        <p:blipFill>
          <a:blip r:embed="rId2"/>
          <a:stretch>
            <a:fillRect/>
          </a:stretch>
        </p:blipFill>
        <p:spPr>
          <a:xfrm>
            <a:off x="0" y="1961"/>
            <a:ext cx="12558713" cy="66746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pic>
        <p:nvPicPr>
          <p:cNvPr id="3" name="Picture 2" descr="2.png"/>
          <p:cNvPicPr>
            <a:picLocks noChangeAspect="1"/>
          </p:cNvPicPr>
          <p:nvPr/>
        </p:nvPicPr>
        <p:blipFill>
          <a:blip r:embed="rId3"/>
          <a:stretch>
            <a:fillRect/>
          </a:stretch>
        </p:blipFill>
        <p:spPr>
          <a:xfrm>
            <a:off x="13570" y="1"/>
            <a:ext cx="12531574" cy="6678613"/>
          </a:xfrm>
          <a:prstGeom prst="rect">
            <a:avLst/>
          </a:prstGeom>
        </p:spPr>
      </p:pic>
      <p:sp>
        <p:nvSpPr>
          <p:cNvPr id="4" name="Right Arrow 3"/>
          <p:cNvSpPr>
            <a:spLocks/>
          </p:cNvSpPr>
          <p:nvPr/>
        </p:nvSpPr>
        <p:spPr>
          <a:xfrm rot="13542534">
            <a:off x="3152887" y="1336323"/>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pic>
        <p:nvPicPr>
          <p:cNvPr id="3" name="Picture 2" descr="3.png"/>
          <p:cNvPicPr>
            <a:picLocks noChangeAspect="1"/>
          </p:cNvPicPr>
          <p:nvPr/>
        </p:nvPicPr>
        <p:blipFill>
          <a:blip r:embed="rId3"/>
          <a:stretch>
            <a:fillRect/>
          </a:stretch>
        </p:blipFill>
        <p:spPr>
          <a:xfrm>
            <a:off x="0" y="8718"/>
            <a:ext cx="12558713" cy="66611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pic>
        <p:nvPicPr>
          <p:cNvPr id="3" name="Picture 2" descr="4.png"/>
          <p:cNvPicPr>
            <a:picLocks noChangeAspect="1"/>
          </p:cNvPicPr>
          <p:nvPr/>
        </p:nvPicPr>
        <p:blipFill>
          <a:blip r:embed="rId3"/>
          <a:stretch>
            <a:fillRect/>
          </a:stretch>
        </p:blipFill>
        <p:spPr>
          <a:xfrm>
            <a:off x="14138" y="1"/>
            <a:ext cx="12530437" cy="6678613"/>
          </a:xfrm>
          <a:prstGeom prst="rect">
            <a:avLst/>
          </a:prstGeom>
        </p:spPr>
      </p:pic>
      <p:sp>
        <p:nvSpPr>
          <p:cNvPr id="4" name="Right Arrow 3"/>
          <p:cNvSpPr>
            <a:spLocks/>
          </p:cNvSpPr>
          <p:nvPr/>
        </p:nvSpPr>
        <p:spPr>
          <a:xfrm rot="13542534">
            <a:off x="2509947" y="2866393"/>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pic>
        <p:nvPicPr>
          <p:cNvPr id="3" name="Picture 2" descr="5.png"/>
          <p:cNvPicPr>
            <a:picLocks noChangeAspect="1"/>
          </p:cNvPicPr>
          <p:nvPr/>
        </p:nvPicPr>
        <p:blipFill>
          <a:blip r:embed="rId3"/>
          <a:stretch>
            <a:fillRect/>
          </a:stretch>
        </p:blipFill>
        <p:spPr>
          <a:xfrm>
            <a:off x="5508" y="1"/>
            <a:ext cx="12547697" cy="66786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pic>
        <p:nvPicPr>
          <p:cNvPr id="3" name="Picture 2" descr="6.png"/>
          <p:cNvPicPr>
            <a:picLocks noChangeAspect="1"/>
          </p:cNvPicPr>
          <p:nvPr/>
        </p:nvPicPr>
        <p:blipFill>
          <a:blip r:embed="rId3"/>
          <a:stretch>
            <a:fillRect/>
          </a:stretch>
        </p:blipFill>
        <p:spPr>
          <a:xfrm>
            <a:off x="0" y="1961"/>
            <a:ext cx="12558713" cy="6674690"/>
          </a:xfrm>
          <a:prstGeom prst="rect">
            <a:avLst/>
          </a:prstGeom>
        </p:spPr>
      </p:pic>
      <p:sp>
        <p:nvSpPr>
          <p:cNvPr id="4" name="Right Arrow 3"/>
          <p:cNvSpPr>
            <a:spLocks/>
          </p:cNvSpPr>
          <p:nvPr/>
        </p:nvSpPr>
        <p:spPr>
          <a:xfrm rot="13542534">
            <a:off x="1009748" y="1764952"/>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pic>
        <p:nvPicPr>
          <p:cNvPr id="3" name="Picture 2" descr="6.png"/>
          <p:cNvPicPr>
            <a:picLocks noChangeAspect="1"/>
          </p:cNvPicPr>
          <p:nvPr/>
        </p:nvPicPr>
        <p:blipFill>
          <a:blip r:embed="rId3"/>
          <a:stretch>
            <a:fillRect/>
          </a:stretch>
        </p:blipFill>
        <p:spPr>
          <a:xfrm>
            <a:off x="0" y="1961"/>
            <a:ext cx="12558713" cy="6674690"/>
          </a:xfrm>
          <a:prstGeom prst="rect">
            <a:avLst/>
          </a:prstGeom>
        </p:spPr>
      </p:pic>
      <p:pic>
        <p:nvPicPr>
          <p:cNvPr id="4" name="Picture 3" descr="7.png"/>
          <p:cNvPicPr>
            <a:picLocks noChangeAspect="1"/>
          </p:cNvPicPr>
          <p:nvPr/>
        </p:nvPicPr>
        <p:blipFill>
          <a:blip r:embed="rId4"/>
          <a:stretch>
            <a:fillRect/>
          </a:stretch>
        </p:blipFill>
        <p:spPr>
          <a:xfrm>
            <a:off x="5508" y="1"/>
            <a:ext cx="12547697" cy="66786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2" y="0"/>
            <a:ext cx="11537195" cy="1113102"/>
          </a:xfrm>
        </p:spPr>
        <p:txBody>
          <a:bodyPr>
            <a:normAutofit/>
          </a:bodyPr>
          <a:lstStyle/>
          <a:p>
            <a:r>
              <a:rPr lang="en-IN" sz="3600" b="1" dirty="0"/>
              <a:t>Separating Molecules from Their Complexes (contd...)</a:t>
            </a:r>
          </a:p>
        </p:txBody>
      </p:sp>
      <p:sp>
        <p:nvSpPr>
          <p:cNvPr id="5" name="TextBox 4"/>
          <p:cNvSpPr txBox="1"/>
          <p:nvPr/>
        </p:nvSpPr>
        <p:spPr>
          <a:xfrm>
            <a:off x="492880" y="2267737"/>
            <a:ext cx="11537195" cy="1508105"/>
          </a:xfrm>
          <a:prstGeom prst="rect">
            <a:avLst/>
          </a:prstGeom>
          <a:noFill/>
        </p:spPr>
        <p:txBody>
          <a:bodyPr wrap="square" rtlCol="0">
            <a:spAutoFit/>
          </a:bodyPr>
          <a:lstStyle/>
          <a:p>
            <a:pPr algn="just">
              <a:spcBef>
                <a:spcPts val="1200"/>
              </a:spcBef>
              <a:spcAft>
                <a:spcPts val="1200"/>
              </a:spcAft>
              <a:buFont typeface="Arial" pitchFamily="34" charset="0"/>
              <a:buChar char="•"/>
            </a:pPr>
            <a:r>
              <a:rPr lang="en-IN" sz="2400" dirty="0"/>
              <a:t> After saving the protein file as a PDB, the task is to obtain the </a:t>
            </a:r>
            <a:r>
              <a:rPr lang="en-IN" sz="2400" dirty="0" err="1"/>
              <a:t>ligand</a:t>
            </a:r>
            <a:r>
              <a:rPr lang="en-IN" sz="2400" dirty="0"/>
              <a:t>.</a:t>
            </a:r>
          </a:p>
          <a:p>
            <a:pPr algn="just">
              <a:spcBef>
                <a:spcPts val="1200"/>
              </a:spcBef>
              <a:spcAft>
                <a:spcPts val="1200"/>
              </a:spcAft>
              <a:buFont typeface="Arial" pitchFamily="34" charset="0"/>
              <a:buChar char="•"/>
            </a:pPr>
            <a:r>
              <a:rPr lang="en-IN" sz="2400" dirty="0"/>
              <a:t> For this, the original, un-edited PDB file 1HSG.pdb should be again opened in UCSF Chimera.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png"/>
          <p:cNvPicPr>
            <a:picLocks noChangeAspect="1"/>
          </p:cNvPicPr>
          <p:nvPr/>
        </p:nvPicPr>
        <p:blipFill>
          <a:blip r:embed="rId2"/>
          <a:stretch>
            <a:fillRect/>
          </a:stretch>
        </p:blipFill>
        <p:spPr>
          <a:xfrm>
            <a:off x="1" y="1"/>
            <a:ext cx="12558713" cy="6678612"/>
          </a:xfrm>
          <a:prstGeom prst="rect">
            <a:avLst/>
          </a:prstGeom>
        </p:spPr>
      </p:pic>
      <p:pic>
        <p:nvPicPr>
          <p:cNvPr id="3" name="Picture 2" descr="6.png"/>
          <p:cNvPicPr>
            <a:picLocks noChangeAspect="1"/>
          </p:cNvPicPr>
          <p:nvPr/>
        </p:nvPicPr>
        <p:blipFill>
          <a:blip r:embed="rId3"/>
          <a:stretch>
            <a:fillRect/>
          </a:stretch>
        </p:blipFill>
        <p:spPr>
          <a:xfrm>
            <a:off x="0" y="1961"/>
            <a:ext cx="12558713" cy="6674690"/>
          </a:xfrm>
          <a:prstGeom prst="rect">
            <a:avLst/>
          </a:prstGeom>
        </p:spPr>
      </p:pic>
      <p:pic>
        <p:nvPicPr>
          <p:cNvPr id="5" name="Picture 4" descr="8.png"/>
          <p:cNvPicPr>
            <a:picLocks noChangeAspect="1"/>
          </p:cNvPicPr>
          <p:nvPr/>
        </p:nvPicPr>
        <p:blipFill>
          <a:blip r:embed="rId4"/>
          <a:stretch>
            <a:fillRect/>
          </a:stretch>
        </p:blipFill>
        <p:spPr>
          <a:xfrm>
            <a:off x="0" y="1961"/>
            <a:ext cx="12558713" cy="6674690"/>
          </a:xfrm>
          <a:prstGeom prst="rect">
            <a:avLst/>
          </a:prstGeom>
        </p:spPr>
      </p:pic>
      <p:sp>
        <p:nvSpPr>
          <p:cNvPr id="6" name="Right Arrow 5"/>
          <p:cNvSpPr>
            <a:spLocks/>
          </p:cNvSpPr>
          <p:nvPr/>
        </p:nvSpPr>
        <p:spPr>
          <a:xfrm rot="13542534">
            <a:off x="3367201" y="1907826"/>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9.png"/>
          <p:cNvPicPr>
            <a:picLocks noChangeAspect="1"/>
          </p:cNvPicPr>
          <p:nvPr/>
        </p:nvPicPr>
        <p:blipFill>
          <a:blip r:embed="rId2"/>
          <a:stretch>
            <a:fillRect/>
          </a:stretch>
        </p:blipFill>
        <p:spPr>
          <a:xfrm>
            <a:off x="13856" y="11594"/>
            <a:ext cx="12524334" cy="66786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0.png"/>
          <p:cNvPicPr>
            <a:picLocks noChangeAspect="1"/>
          </p:cNvPicPr>
          <p:nvPr/>
        </p:nvPicPr>
        <p:blipFill>
          <a:blip r:embed="rId2"/>
          <a:stretch>
            <a:fillRect/>
          </a:stretch>
        </p:blipFill>
        <p:spPr>
          <a:xfrm>
            <a:off x="0" y="1961"/>
            <a:ext cx="12558713" cy="6674690"/>
          </a:xfrm>
          <a:prstGeom prst="rect">
            <a:avLst/>
          </a:prstGeom>
        </p:spPr>
      </p:pic>
      <p:sp>
        <p:nvSpPr>
          <p:cNvPr id="5" name="Right Arrow 4"/>
          <p:cNvSpPr>
            <a:spLocks/>
          </p:cNvSpPr>
          <p:nvPr/>
        </p:nvSpPr>
        <p:spPr>
          <a:xfrm rot="13542534">
            <a:off x="2509947" y="2866393"/>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1.png"/>
          <p:cNvPicPr>
            <a:picLocks noChangeAspect="1"/>
          </p:cNvPicPr>
          <p:nvPr/>
        </p:nvPicPr>
        <p:blipFill>
          <a:blip r:embed="rId2"/>
          <a:stretch>
            <a:fillRect/>
          </a:stretch>
        </p:blipFill>
        <p:spPr>
          <a:xfrm>
            <a:off x="18156" y="1"/>
            <a:ext cx="12522401" cy="667861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2.png"/>
          <p:cNvPicPr>
            <a:picLocks noChangeAspect="1"/>
          </p:cNvPicPr>
          <p:nvPr/>
        </p:nvPicPr>
        <p:blipFill>
          <a:blip r:embed="rId2"/>
          <a:stretch>
            <a:fillRect/>
          </a:stretch>
        </p:blipFill>
        <p:spPr>
          <a:xfrm>
            <a:off x="5508" y="1"/>
            <a:ext cx="12547697" cy="6678613"/>
          </a:xfrm>
          <a:prstGeom prst="rect">
            <a:avLst/>
          </a:prstGeom>
        </p:spPr>
      </p:pic>
      <p:sp>
        <p:nvSpPr>
          <p:cNvPr id="5" name="Right Arrow 4"/>
          <p:cNvSpPr>
            <a:spLocks/>
          </p:cNvSpPr>
          <p:nvPr/>
        </p:nvSpPr>
        <p:spPr>
          <a:xfrm rot="13542534">
            <a:off x="2652821" y="1479199"/>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3.png"/>
          <p:cNvPicPr>
            <a:picLocks noChangeAspect="1"/>
          </p:cNvPicPr>
          <p:nvPr/>
        </p:nvPicPr>
        <p:blipFill>
          <a:blip r:embed="rId2"/>
          <a:stretch>
            <a:fillRect/>
          </a:stretch>
        </p:blipFill>
        <p:spPr>
          <a:xfrm>
            <a:off x="0" y="11155"/>
            <a:ext cx="12558713" cy="665630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4.png"/>
          <p:cNvPicPr>
            <a:picLocks noChangeAspect="1"/>
          </p:cNvPicPr>
          <p:nvPr/>
        </p:nvPicPr>
        <p:blipFill>
          <a:blip r:embed="rId2"/>
          <a:stretch>
            <a:fillRect/>
          </a:stretch>
        </p:blipFill>
        <p:spPr>
          <a:xfrm>
            <a:off x="0" y="1961"/>
            <a:ext cx="12558713" cy="6674690"/>
          </a:xfrm>
          <a:prstGeom prst="rect">
            <a:avLst/>
          </a:prstGeom>
        </p:spPr>
      </p:pic>
      <p:sp>
        <p:nvSpPr>
          <p:cNvPr id="5" name="Right Arrow 4"/>
          <p:cNvSpPr>
            <a:spLocks/>
          </p:cNvSpPr>
          <p:nvPr/>
        </p:nvSpPr>
        <p:spPr>
          <a:xfrm rot="13542534">
            <a:off x="2509947" y="2866393"/>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5.png"/>
          <p:cNvPicPr>
            <a:picLocks noChangeAspect="1"/>
          </p:cNvPicPr>
          <p:nvPr/>
        </p:nvPicPr>
        <p:blipFill>
          <a:blip r:embed="rId2"/>
          <a:stretch>
            <a:fillRect/>
          </a:stretch>
        </p:blipFill>
        <p:spPr>
          <a:xfrm>
            <a:off x="4951" y="1"/>
            <a:ext cx="12548811" cy="667861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6.png"/>
          <p:cNvPicPr>
            <a:picLocks noChangeAspect="1"/>
          </p:cNvPicPr>
          <p:nvPr/>
        </p:nvPicPr>
        <p:blipFill>
          <a:blip r:embed="rId2"/>
          <a:stretch>
            <a:fillRect/>
          </a:stretch>
        </p:blipFill>
        <p:spPr>
          <a:xfrm>
            <a:off x="13570" y="1"/>
            <a:ext cx="12531574" cy="6678613"/>
          </a:xfrm>
          <a:prstGeom prst="rect">
            <a:avLst/>
          </a:prstGeom>
        </p:spPr>
      </p:pic>
      <p:sp>
        <p:nvSpPr>
          <p:cNvPr id="5" name="Right Arrow 4"/>
          <p:cNvSpPr>
            <a:spLocks/>
          </p:cNvSpPr>
          <p:nvPr/>
        </p:nvSpPr>
        <p:spPr>
          <a:xfrm rot="13542534">
            <a:off x="938308" y="1836389"/>
            <a:ext cx="257546" cy="155501"/>
          </a:xfrm>
          <a:prstGeom prst="rightArrow">
            <a:avLst>
              <a:gd name="adj1" fmla="val 50000"/>
              <a:gd name="adj2" fmla="val 6875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7.png"/>
          <p:cNvPicPr>
            <a:picLocks noChangeAspect="1"/>
          </p:cNvPicPr>
          <p:nvPr/>
        </p:nvPicPr>
        <p:blipFill>
          <a:blip r:embed="rId2"/>
          <a:stretch>
            <a:fillRect/>
          </a:stretch>
        </p:blipFill>
        <p:spPr>
          <a:xfrm>
            <a:off x="22166" y="1"/>
            <a:ext cx="12514383" cy="667861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2" y="0"/>
            <a:ext cx="11537195" cy="1113102"/>
          </a:xfrm>
        </p:spPr>
        <p:txBody>
          <a:bodyPr>
            <a:normAutofit/>
          </a:bodyPr>
          <a:lstStyle/>
          <a:p>
            <a:r>
              <a:rPr lang="en-IN" sz="3600" b="1" dirty="0"/>
              <a:t>Docking by </a:t>
            </a:r>
            <a:r>
              <a:rPr lang="en-IN" sz="3600" b="1" dirty="0" err="1"/>
              <a:t>AutoDock</a:t>
            </a:r>
            <a:r>
              <a:rPr lang="en-IN" sz="3600" b="1" dirty="0"/>
              <a:t> Pre-requisites</a:t>
            </a:r>
          </a:p>
        </p:txBody>
      </p:sp>
      <p:sp>
        <p:nvSpPr>
          <p:cNvPr id="5" name="TextBox 4"/>
          <p:cNvSpPr txBox="1"/>
          <p:nvPr/>
        </p:nvSpPr>
        <p:spPr>
          <a:xfrm>
            <a:off x="381001" y="1048838"/>
            <a:ext cx="11537195" cy="5110327"/>
          </a:xfrm>
          <a:prstGeom prst="rect">
            <a:avLst/>
          </a:prstGeom>
          <a:noFill/>
        </p:spPr>
        <p:txBody>
          <a:bodyPr wrap="square" rtlCol="0">
            <a:spAutoFit/>
          </a:bodyPr>
          <a:lstStyle/>
          <a:p>
            <a:pPr algn="just"/>
            <a:r>
              <a:rPr lang="en-IN" sz="2000" dirty="0"/>
              <a:t>Following programs should be installed in order to perform protein–</a:t>
            </a:r>
            <a:r>
              <a:rPr lang="en-IN" sz="2000" dirty="0" err="1"/>
              <a:t>ligand</a:t>
            </a:r>
            <a:r>
              <a:rPr lang="en-IN" sz="2000" dirty="0"/>
              <a:t> docking using </a:t>
            </a:r>
            <a:r>
              <a:rPr lang="en-IN" sz="2000" dirty="0" err="1"/>
              <a:t>AutoDock</a:t>
            </a:r>
            <a:r>
              <a:rPr lang="en-IN" sz="2000" dirty="0"/>
              <a:t>:</a:t>
            </a:r>
          </a:p>
          <a:p>
            <a:pPr algn="just">
              <a:spcBef>
                <a:spcPts val="600"/>
              </a:spcBef>
              <a:spcAft>
                <a:spcPts val="600"/>
              </a:spcAft>
              <a:buFont typeface="Arial" pitchFamily="34" charset="0"/>
              <a:buChar char="•"/>
            </a:pPr>
            <a:r>
              <a:rPr lang="en-IN" sz="2000" b="1" dirty="0"/>
              <a:t> autodocksuite-4.2.6.i86Windows.exe (or latest version)</a:t>
            </a:r>
          </a:p>
          <a:p>
            <a:pPr lvl="1" algn="just">
              <a:spcBef>
                <a:spcPts val="600"/>
              </a:spcBef>
              <a:spcAft>
                <a:spcPts val="600"/>
              </a:spcAft>
              <a:buFont typeface="Arial" pitchFamily="34" charset="0"/>
              <a:buChar char="•"/>
            </a:pPr>
            <a:r>
              <a:rPr lang="en-IN" sz="2000" dirty="0"/>
              <a:t> it provides two essential programs, viz.,</a:t>
            </a:r>
          </a:p>
          <a:p>
            <a:pPr lvl="2" algn="just">
              <a:spcBef>
                <a:spcPts val="600"/>
              </a:spcBef>
              <a:spcAft>
                <a:spcPts val="600"/>
              </a:spcAft>
              <a:buFont typeface="Arial" pitchFamily="34" charset="0"/>
              <a:buChar char="•"/>
            </a:pPr>
            <a:r>
              <a:rPr lang="en-IN" sz="2000" dirty="0"/>
              <a:t> autodock4 and </a:t>
            </a:r>
          </a:p>
          <a:p>
            <a:pPr lvl="2" algn="just">
              <a:spcBef>
                <a:spcPts val="600"/>
              </a:spcBef>
              <a:spcAft>
                <a:spcPts val="600"/>
              </a:spcAft>
              <a:buFont typeface="Arial" pitchFamily="34" charset="0"/>
              <a:buChar char="•"/>
            </a:pPr>
            <a:r>
              <a:rPr lang="en-IN" sz="2000" dirty="0"/>
              <a:t> autogrid4</a:t>
            </a:r>
          </a:p>
          <a:p>
            <a:pPr algn="just">
              <a:spcBef>
                <a:spcPts val="600"/>
              </a:spcBef>
              <a:spcAft>
                <a:spcPts val="600"/>
              </a:spcAft>
              <a:buFont typeface="Arial" pitchFamily="34" charset="0"/>
              <a:buChar char="•"/>
            </a:pPr>
            <a:r>
              <a:rPr lang="en-IN" sz="2000" b="1" dirty="0"/>
              <a:t> mgltools_win32_1.5.6_Setup.exe (or latest version)</a:t>
            </a:r>
          </a:p>
          <a:p>
            <a:pPr lvl="1" algn="just">
              <a:spcBef>
                <a:spcPts val="600"/>
              </a:spcBef>
              <a:spcAft>
                <a:spcPts val="600"/>
              </a:spcAft>
              <a:buFont typeface="Arial" pitchFamily="34" charset="0"/>
              <a:buChar char="•"/>
            </a:pPr>
            <a:r>
              <a:rPr lang="en-IN" sz="2000" dirty="0"/>
              <a:t> it provides four programs viz., </a:t>
            </a:r>
          </a:p>
          <a:p>
            <a:pPr lvl="2" algn="just">
              <a:spcBef>
                <a:spcPts val="600"/>
              </a:spcBef>
              <a:spcAft>
                <a:spcPts val="600"/>
              </a:spcAft>
              <a:buFont typeface="Arial" pitchFamily="34" charset="0"/>
              <a:buChar char="•"/>
            </a:pPr>
            <a:r>
              <a:rPr lang="en-IN" sz="2000" dirty="0"/>
              <a:t> PMV (Python Molecule Viewer),</a:t>
            </a:r>
          </a:p>
          <a:p>
            <a:pPr lvl="2" algn="just">
              <a:spcBef>
                <a:spcPts val="600"/>
              </a:spcBef>
              <a:spcAft>
                <a:spcPts val="600"/>
              </a:spcAft>
              <a:buFont typeface="Arial" pitchFamily="34" charset="0"/>
              <a:buChar char="•"/>
            </a:pPr>
            <a:r>
              <a:rPr lang="en-IN" sz="2000" dirty="0"/>
              <a:t> ADT (</a:t>
            </a:r>
            <a:r>
              <a:rPr lang="en-IN" sz="2000" dirty="0" err="1"/>
              <a:t>AutoDockTools</a:t>
            </a:r>
            <a:r>
              <a:rPr lang="en-IN" sz="2000" dirty="0"/>
              <a:t>), </a:t>
            </a:r>
          </a:p>
          <a:p>
            <a:pPr lvl="2" algn="just">
              <a:spcBef>
                <a:spcPts val="600"/>
              </a:spcBef>
              <a:spcAft>
                <a:spcPts val="600"/>
              </a:spcAft>
              <a:buFont typeface="Arial" pitchFamily="34" charset="0"/>
              <a:buChar char="•"/>
            </a:pPr>
            <a:r>
              <a:rPr lang="en-IN" sz="2000" dirty="0"/>
              <a:t> CADD (Computer-Aided Drug Designing) and </a:t>
            </a:r>
          </a:p>
          <a:p>
            <a:pPr lvl="2" algn="just">
              <a:spcBef>
                <a:spcPts val="600"/>
              </a:spcBef>
              <a:spcAft>
                <a:spcPts val="600"/>
              </a:spcAft>
              <a:buFont typeface="Arial" pitchFamily="34" charset="0"/>
              <a:buChar char="•"/>
            </a:pPr>
            <a:r>
              <a:rPr lang="en-IN" sz="2000" dirty="0"/>
              <a:t> Vision (a simple visualization tool)</a:t>
            </a:r>
          </a:p>
        </p:txBody>
      </p:sp>
      <p:sp>
        <p:nvSpPr>
          <p:cNvPr id="6" name="Rectangle 5"/>
          <p:cNvSpPr/>
          <p:nvPr/>
        </p:nvSpPr>
        <p:spPr>
          <a:xfrm>
            <a:off x="1261894" y="6084960"/>
            <a:ext cx="7204309" cy="461665"/>
          </a:xfrm>
          <a:prstGeom prst="rect">
            <a:avLst/>
          </a:prstGeom>
        </p:spPr>
        <p:txBody>
          <a:bodyPr wrap="square">
            <a:spAutoFit/>
          </a:bodyPr>
          <a:lstStyle/>
          <a:p>
            <a:r>
              <a:rPr lang="en-IN" sz="2400" dirty="0"/>
              <a:t>Here we need only ADT for our purpose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1"/>
            <a:ext cx="8229599" cy="1143000"/>
          </a:xfrm>
        </p:spPr>
        <p:txBody>
          <a:bodyPr>
            <a:normAutofit/>
          </a:bodyPr>
          <a:lstStyle/>
          <a:p>
            <a:pPr algn="l"/>
            <a:r>
              <a:rPr lang="en-IN" sz="3200" b="1" dirty="0"/>
              <a:t>Receptor Preparation</a:t>
            </a:r>
          </a:p>
        </p:txBody>
      </p:sp>
      <p:sp>
        <p:nvSpPr>
          <p:cNvPr id="5" name="TextBox 4"/>
          <p:cNvSpPr txBox="1"/>
          <p:nvPr/>
        </p:nvSpPr>
        <p:spPr>
          <a:xfrm>
            <a:off x="1" y="981851"/>
            <a:ext cx="3564712" cy="400110"/>
          </a:xfrm>
          <a:prstGeom prst="rect">
            <a:avLst/>
          </a:prstGeom>
          <a:noFill/>
        </p:spPr>
        <p:txBody>
          <a:bodyPr wrap="square" rtlCol="0">
            <a:spAutoFit/>
          </a:bodyPr>
          <a:lstStyle/>
          <a:p>
            <a:r>
              <a:rPr lang="en-IN" sz="2000" dirty="0"/>
              <a:t>Open ADT by double clicking</a:t>
            </a:r>
          </a:p>
        </p:txBody>
      </p:sp>
      <p:pic>
        <p:nvPicPr>
          <p:cNvPr id="6" name="Picture 5" descr="31.jpg"/>
          <p:cNvPicPr>
            <a:picLocks noChangeAspect="1"/>
          </p:cNvPicPr>
          <p:nvPr/>
        </p:nvPicPr>
        <p:blipFill>
          <a:blip r:embed="rId2"/>
          <a:stretch>
            <a:fillRect/>
          </a:stretch>
        </p:blipFill>
        <p:spPr>
          <a:xfrm>
            <a:off x="1064383" y="1410481"/>
            <a:ext cx="648511" cy="762000"/>
          </a:xfrm>
          <a:prstGeom prst="rect">
            <a:avLst/>
          </a:prstGeom>
        </p:spPr>
      </p:pic>
      <p:pic>
        <p:nvPicPr>
          <p:cNvPr id="7" name="Picture 6" descr="32.jpg"/>
          <p:cNvPicPr>
            <a:picLocks noChangeAspect="1"/>
          </p:cNvPicPr>
          <p:nvPr/>
        </p:nvPicPr>
        <p:blipFill>
          <a:blip r:embed="rId3"/>
          <a:stretch>
            <a:fillRect/>
          </a:stretch>
        </p:blipFill>
        <p:spPr>
          <a:xfrm>
            <a:off x="3724259" y="26790"/>
            <a:ext cx="8834454" cy="665182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18.png"/>
          <p:cNvPicPr>
            <a:picLocks noChangeAspect="1"/>
          </p:cNvPicPr>
          <p:nvPr/>
        </p:nvPicPr>
        <p:blipFill>
          <a:blip r:embed="rId2"/>
          <a:stretch>
            <a:fillRect/>
          </a:stretch>
        </p:blipFill>
        <p:spPr>
          <a:xfrm>
            <a:off x="952710" y="951358"/>
            <a:ext cx="9684364" cy="5316906"/>
          </a:xfrm>
          <a:prstGeom prst="rect">
            <a:avLst/>
          </a:prstGeom>
        </p:spPr>
      </p:pic>
      <p:graphicFrame>
        <p:nvGraphicFramePr>
          <p:cNvPr id="10" name="Diagram 9"/>
          <p:cNvGraphicFramePr/>
          <p:nvPr/>
        </p:nvGraphicFramePr>
        <p:xfrm>
          <a:off x="421442" y="-476248"/>
          <a:ext cx="7215237" cy="1886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p:cNvSpPr txBox="1"/>
          <p:nvPr/>
        </p:nvSpPr>
        <p:spPr>
          <a:xfrm>
            <a:off x="1493010" y="6278503"/>
            <a:ext cx="10144196" cy="400110"/>
          </a:xfrm>
          <a:prstGeom prst="rect">
            <a:avLst/>
          </a:prstGeom>
          <a:noFill/>
        </p:spPr>
        <p:txBody>
          <a:bodyPr wrap="square" rtlCol="0">
            <a:spAutoFit/>
          </a:bodyPr>
          <a:lstStyle/>
          <a:p>
            <a:r>
              <a:rPr lang="en-IN" sz="2000" dirty="0"/>
              <a:t>Press “D” on the keyboard to have a distinct display</a:t>
            </a:r>
          </a:p>
        </p:txBody>
      </p:sp>
      <p:sp>
        <p:nvSpPr>
          <p:cNvPr id="12" name="TextBox 11"/>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9.png"/>
          <p:cNvPicPr>
            <a:picLocks noChangeAspect="1"/>
          </p:cNvPicPr>
          <p:nvPr/>
        </p:nvPicPr>
        <p:blipFill>
          <a:blip r:embed="rId2"/>
          <a:stretch>
            <a:fillRect/>
          </a:stretch>
        </p:blipFill>
        <p:spPr>
          <a:xfrm>
            <a:off x="707193" y="981855"/>
            <a:ext cx="10316597" cy="5696759"/>
          </a:xfrm>
          <a:prstGeom prst="rect">
            <a:avLst/>
          </a:prstGeom>
        </p:spPr>
      </p:pic>
      <p:graphicFrame>
        <p:nvGraphicFramePr>
          <p:cNvPr id="4" name="Diagram 3"/>
          <p:cNvGraphicFramePr/>
          <p:nvPr/>
        </p:nvGraphicFramePr>
        <p:xfrm>
          <a:off x="673898" y="-804097"/>
          <a:ext cx="6248401" cy="259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png"/>
          <p:cNvPicPr>
            <a:picLocks noChangeAspect="1"/>
          </p:cNvPicPr>
          <p:nvPr/>
        </p:nvPicPr>
        <p:blipFill>
          <a:blip r:embed="rId2"/>
          <a:stretch>
            <a:fillRect/>
          </a:stretch>
        </p:blipFill>
        <p:spPr>
          <a:xfrm>
            <a:off x="682964" y="968340"/>
            <a:ext cx="10311299" cy="5710273"/>
          </a:xfrm>
          <a:prstGeom prst="rect">
            <a:avLst/>
          </a:prstGeom>
        </p:spPr>
      </p:pic>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sp>
        <p:nvSpPr>
          <p:cNvPr id="4" name="TextBox 3"/>
          <p:cNvSpPr txBox="1"/>
          <p:nvPr/>
        </p:nvSpPr>
        <p:spPr>
          <a:xfrm>
            <a:off x="635755" y="338910"/>
            <a:ext cx="10144196" cy="400110"/>
          </a:xfrm>
          <a:prstGeom prst="rect">
            <a:avLst/>
          </a:prstGeom>
          <a:noFill/>
        </p:spPr>
        <p:txBody>
          <a:bodyPr wrap="square" rtlCol="0">
            <a:spAutoFit/>
          </a:bodyPr>
          <a:lstStyle/>
          <a:p>
            <a:r>
              <a:rPr lang="en-IN" sz="2000" dirty="0"/>
              <a:t>All </a:t>
            </a:r>
            <a:r>
              <a:rPr lang="en-IN" sz="2000" dirty="0" err="1"/>
              <a:t>hydrogens</a:t>
            </a:r>
            <a:r>
              <a:rPr lang="en-IN" sz="2000" dirty="0"/>
              <a:t> are added.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2574160" y="1371600"/>
          <a:ext cx="7848600" cy="281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nvGraphicFramePr>
        <p:xfrm>
          <a:off x="2574160" y="1"/>
          <a:ext cx="7848600" cy="2590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p:cNvGraphicFramePr/>
          <p:nvPr/>
        </p:nvGraphicFramePr>
        <p:xfrm>
          <a:off x="2574160" y="2895601"/>
          <a:ext cx="7848600" cy="26670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9" name="TextBox 8"/>
          <p:cNvSpPr txBox="1"/>
          <p:nvPr/>
        </p:nvSpPr>
        <p:spPr>
          <a:xfrm>
            <a:off x="1964560" y="304801"/>
            <a:ext cx="1600200" cy="4263347"/>
          </a:xfrm>
          <a:prstGeom prst="rect">
            <a:avLst/>
          </a:prstGeom>
          <a:noFill/>
        </p:spPr>
        <p:txBody>
          <a:bodyPr wrap="square" rtlCol="0">
            <a:spAutoFit/>
          </a:bodyPr>
          <a:lstStyle/>
          <a:p>
            <a:pPr>
              <a:lnSpc>
                <a:spcPct val="300000"/>
              </a:lnSpc>
            </a:pPr>
            <a:r>
              <a:rPr lang="en-IN" sz="3200" b="1" dirty="0"/>
              <a:t>1.</a:t>
            </a:r>
          </a:p>
          <a:p>
            <a:pPr>
              <a:lnSpc>
                <a:spcPct val="300000"/>
              </a:lnSpc>
            </a:pPr>
            <a:r>
              <a:rPr lang="en-IN" sz="3200" b="1" dirty="0"/>
              <a:t>2.</a:t>
            </a:r>
          </a:p>
          <a:p>
            <a:pPr>
              <a:lnSpc>
                <a:spcPct val="300000"/>
              </a:lnSpc>
            </a:pPr>
            <a:r>
              <a:rPr lang="en-IN" sz="3200" b="1" dirty="0"/>
              <a:t>3.</a:t>
            </a:r>
          </a:p>
        </p:txBody>
      </p:sp>
      <p:sp>
        <p:nvSpPr>
          <p:cNvPr id="10" name="TextBox 9"/>
          <p:cNvSpPr txBox="1"/>
          <p:nvPr/>
        </p:nvSpPr>
        <p:spPr>
          <a:xfrm>
            <a:off x="685800" y="228600"/>
            <a:ext cx="8229599" cy="400110"/>
          </a:xfrm>
          <a:prstGeom prst="rect">
            <a:avLst/>
          </a:prstGeom>
          <a:noFill/>
        </p:spPr>
        <p:txBody>
          <a:bodyPr wrap="square" rtlCol="0">
            <a:spAutoFit/>
          </a:bodyPr>
          <a:lstStyle/>
          <a:p>
            <a:pPr algn="just"/>
            <a:r>
              <a:rPr lang="en-IN" sz="2000" dirty="0"/>
              <a:t>Follow the instructions:</a:t>
            </a:r>
          </a:p>
        </p:txBody>
      </p:sp>
      <p:sp>
        <p:nvSpPr>
          <p:cNvPr id="11" name="TextBox 10"/>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graphicFrame>
        <p:nvGraphicFramePr>
          <p:cNvPr id="4" name="Diagram 3"/>
          <p:cNvGraphicFramePr/>
          <p:nvPr>
            <p:extLst>
              <p:ext uri="{D42A27DB-BD31-4B8C-83A1-F6EECF244321}">
                <p14:modId xmlns:p14="http://schemas.microsoft.com/office/powerpoint/2010/main" val="1054377366"/>
              </p:ext>
            </p:extLst>
          </p:nvPr>
        </p:nvGraphicFramePr>
        <p:xfrm>
          <a:off x="1066800" y="-152400"/>
          <a:ext cx="5860628" cy="11037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609601" y="71998"/>
            <a:ext cx="533401" cy="523220"/>
          </a:xfrm>
          <a:prstGeom prst="rect">
            <a:avLst/>
          </a:prstGeom>
          <a:noFill/>
        </p:spPr>
        <p:txBody>
          <a:bodyPr wrap="square" rtlCol="0">
            <a:spAutoFit/>
          </a:bodyPr>
          <a:lstStyle/>
          <a:p>
            <a:r>
              <a:rPr lang="en-IN" sz="2800" dirty="0"/>
              <a:t>5.</a:t>
            </a:r>
          </a:p>
        </p:txBody>
      </p:sp>
      <p:pic>
        <p:nvPicPr>
          <p:cNvPr id="6" name="Picture 5" descr="21.png"/>
          <p:cNvPicPr>
            <a:picLocks noChangeAspect="1"/>
          </p:cNvPicPr>
          <p:nvPr/>
        </p:nvPicPr>
        <p:blipFill>
          <a:blip r:embed="rId7"/>
          <a:stretch>
            <a:fillRect/>
          </a:stretch>
        </p:blipFill>
        <p:spPr>
          <a:xfrm>
            <a:off x="707192" y="951358"/>
            <a:ext cx="10326924" cy="56946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4" name="Picture 3" descr="22.png"/>
          <p:cNvPicPr>
            <a:picLocks noChangeAspect="1"/>
          </p:cNvPicPr>
          <p:nvPr/>
        </p:nvPicPr>
        <p:blipFill>
          <a:blip r:embed="rId2"/>
          <a:stretch>
            <a:fillRect/>
          </a:stretch>
        </p:blipFill>
        <p:spPr>
          <a:xfrm>
            <a:off x="707193" y="965006"/>
            <a:ext cx="10311299" cy="5694650"/>
          </a:xfrm>
          <a:prstGeom prst="rect">
            <a:avLst/>
          </a:prstGeom>
        </p:spPr>
      </p:pic>
      <p:sp>
        <p:nvSpPr>
          <p:cNvPr id="5" name="Rectangle 4"/>
          <p:cNvSpPr/>
          <p:nvPr/>
        </p:nvSpPr>
        <p:spPr>
          <a:xfrm>
            <a:off x="707191" y="192646"/>
            <a:ext cx="9144064" cy="646331"/>
          </a:xfrm>
          <a:prstGeom prst="rect">
            <a:avLst/>
          </a:prstGeom>
        </p:spPr>
        <p:txBody>
          <a:bodyPr wrap="square">
            <a:spAutoFit/>
          </a:bodyPr>
          <a:lstStyle/>
          <a:p>
            <a:r>
              <a:rPr lang="en-IN" dirty="0"/>
              <a:t>Select one by one all the residues listed in “Check Residue Charge Results:” window and click on “Spread Charge Deficit over all atoms in residue”.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4" name="Picture 3" descr="22.1.png"/>
          <p:cNvPicPr>
            <a:picLocks noChangeAspect="1"/>
          </p:cNvPicPr>
          <p:nvPr/>
        </p:nvPicPr>
        <p:blipFill>
          <a:blip r:embed="rId2"/>
          <a:stretch>
            <a:fillRect/>
          </a:stretch>
        </p:blipFill>
        <p:spPr>
          <a:xfrm>
            <a:off x="703672" y="965006"/>
            <a:ext cx="10334734" cy="5686838"/>
          </a:xfrm>
          <a:prstGeom prst="rect">
            <a:avLst/>
          </a:prstGeom>
        </p:spPr>
      </p:pic>
      <p:sp>
        <p:nvSpPr>
          <p:cNvPr id="5" name="Rectangle 4"/>
          <p:cNvSpPr/>
          <p:nvPr/>
        </p:nvSpPr>
        <p:spPr>
          <a:xfrm>
            <a:off x="707191" y="192646"/>
            <a:ext cx="9144064" cy="646331"/>
          </a:xfrm>
          <a:prstGeom prst="rect">
            <a:avLst/>
          </a:prstGeom>
        </p:spPr>
        <p:txBody>
          <a:bodyPr wrap="square">
            <a:spAutoFit/>
          </a:bodyPr>
          <a:lstStyle/>
          <a:p>
            <a:r>
              <a:rPr lang="en-IN" dirty="0"/>
              <a:t>Select one by one all the residues listed in “Check Residue Charge Results:” window and click on “Spread Charge Deficit over all atoms in residue”.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4" name="Picture 3" descr="22.2.png"/>
          <p:cNvPicPr>
            <a:picLocks noChangeAspect="1"/>
          </p:cNvPicPr>
          <p:nvPr/>
        </p:nvPicPr>
        <p:blipFill>
          <a:blip r:embed="rId2"/>
          <a:stretch>
            <a:fillRect/>
          </a:stretch>
        </p:blipFill>
        <p:spPr>
          <a:xfrm>
            <a:off x="710261" y="956125"/>
            <a:ext cx="10311299" cy="5710273"/>
          </a:xfrm>
          <a:prstGeom prst="rect">
            <a:avLst/>
          </a:prstGeom>
        </p:spPr>
      </p:pic>
      <p:sp>
        <p:nvSpPr>
          <p:cNvPr id="5" name="Rectangle 4"/>
          <p:cNvSpPr/>
          <p:nvPr/>
        </p:nvSpPr>
        <p:spPr>
          <a:xfrm>
            <a:off x="707191" y="192646"/>
            <a:ext cx="9144064" cy="646331"/>
          </a:xfrm>
          <a:prstGeom prst="rect">
            <a:avLst/>
          </a:prstGeom>
        </p:spPr>
        <p:txBody>
          <a:bodyPr wrap="square">
            <a:spAutoFit/>
          </a:bodyPr>
          <a:lstStyle/>
          <a:p>
            <a:r>
              <a:rPr lang="en-IN" dirty="0"/>
              <a:t>Select one by one all the residues listed in “Check Residue Charge Results:” window and click on “Spread Charge Deficit over all atoms in residue”.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4" name="Picture 3" descr="22.3.png"/>
          <p:cNvPicPr>
            <a:picLocks noChangeAspect="1"/>
          </p:cNvPicPr>
          <p:nvPr/>
        </p:nvPicPr>
        <p:blipFill>
          <a:blip r:embed="rId2"/>
          <a:stretch>
            <a:fillRect/>
          </a:stretch>
        </p:blipFill>
        <p:spPr>
          <a:xfrm>
            <a:off x="721270" y="960076"/>
            <a:ext cx="10303489" cy="5679026"/>
          </a:xfrm>
          <a:prstGeom prst="rect">
            <a:avLst/>
          </a:prstGeom>
        </p:spPr>
      </p:pic>
      <p:sp>
        <p:nvSpPr>
          <p:cNvPr id="5" name="Rectangle 4"/>
          <p:cNvSpPr/>
          <p:nvPr/>
        </p:nvSpPr>
        <p:spPr>
          <a:xfrm>
            <a:off x="707191" y="192646"/>
            <a:ext cx="9144064" cy="646331"/>
          </a:xfrm>
          <a:prstGeom prst="rect">
            <a:avLst/>
          </a:prstGeom>
        </p:spPr>
        <p:txBody>
          <a:bodyPr wrap="square">
            <a:spAutoFit/>
          </a:bodyPr>
          <a:lstStyle/>
          <a:p>
            <a:r>
              <a:rPr lang="en-IN" dirty="0"/>
              <a:t>Select one by one all the residues listed in “Check Residue Charge Results:” window and click on “Spread Charge Deficit over all atoms in residue”.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4" name="Picture 3" descr="22.4.png"/>
          <p:cNvPicPr>
            <a:picLocks noChangeAspect="1"/>
          </p:cNvPicPr>
          <p:nvPr/>
        </p:nvPicPr>
        <p:blipFill>
          <a:blip r:embed="rId2"/>
          <a:stretch>
            <a:fillRect/>
          </a:stretch>
        </p:blipFill>
        <p:spPr>
          <a:xfrm>
            <a:off x="707193" y="951358"/>
            <a:ext cx="10311299" cy="5710273"/>
          </a:xfrm>
          <a:prstGeom prst="rect">
            <a:avLst/>
          </a:prstGeom>
        </p:spPr>
      </p:pic>
      <p:sp>
        <p:nvSpPr>
          <p:cNvPr id="5" name="Rectangle 4"/>
          <p:cNvSpPr/>
          <p:nvPr/>
        </p:nvSpPr>
        <p:spPr>
          <a:xfrm>
            <a:off x="1176764" y="4482315"/>
            <a:ext cx="1643074" cy="285752"/>
          </a:xfrm>
          <a:prstGeom prst="rect">
            <a:avLst/>
          </a:prstGeom>
          <a:solidFill>
            <a:schemeClr val="bg1">
              <a:lumMod val="85000"/>
              <a:alpha val="41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ight Arrow 5"/>
          <p:cNvSpPr>
            <a:spLocks/>
          </p:cNvSpPr>
          <p:nvPr/>
        </p:nvSpPr>
        <p:spPr>
          <a:xfrm rot="13542534">
            <a:off x="2652821" y="4622472"/>
            <a:ext cx="257546" cy="155501"/>
          </a:xfrm>
          <a:prstGeom prst="rightArrow">
            <a:avLst>
              <a:gd name="adj1" fmla="val 50000"/>
              <a:gd name="adj2" fmla="val 68751"/>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707191" y="192646"/>
            <a:ext cx="9144064" cy="646331"/>
          </a:xfrm>
          <a:prstGeom prst="rect">
            <a:avLst/>
          </a:prstGeom>
        </p:spPr>
        <p:txBody>
          <a:bodyPr wrap="square">
            <a:spAutoFit/>
          </a:bodyPr>
          <a:lstStyle/>
          <a:p>
            <a:r>
              <a:rPr lang="en-IN" dirty="0"/>
              <a:t>Select one by one all the residues listed in “Check Residue Charge Results:” window and click on “Spread Charge Deficit over all atoms in residue”. </a:t>
            </a:r>
          </a:p>
        </p:txBody>
      </p:sp>
      <p:pic>
        <p:nvPicPr>
          <p:cNvPr id="8" name="Picture 7" descr="23.png"/>
          <p:cNvPicPr>
            <a:picLocks noChangeAspect="1"/>
          </p:cNvPicPr>
          <p:nvPr/>
        </p:nvPicPr>
        <p:blipFill>
          <a:blip r:embed="rId3"/>
          <a:stretch>
            <a:fillRect/>
          </a:stretch>
        </p:blipFill>
        <p:spPr>
          <a:xfrm>
            <a:off x="713458" y="951358"/>
            <a:ext cx="10311299" cy="5694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0"/>
                            </p:stCondLst>
                            <p:childTnLst>
                              <p:par>
                                <p:cTn id="11" presetID="11" presetClass="exit" presetSubtype="0" fill="hold" grpId="1" nodeType="afterEffect">
                                  <p:stCondLst>
                                    <p:cond delay="0"/>
                                  </p:stCondLst>
                                  <p:childTnLst>
                                    <p:anim calcmode="discrete" valueType="str">
                                      <p:cBhvr>
                                        <p:cTn id="12" dur="1000"/>
                                        <p:tgtEl>
                                          <p:spTgt spid="6"/>
                                        </p:tgtEl>
                                        <p:attrNameLst>
                                          <p:attrName>style.visibility</p:attrName>
                                        </p:attrNameLst>
                                      </p:cBhvr>
                                      <p:tavLst>
                                        <p:tav tm="0">
                                          <p:val>
                                            <p:strVal val="hidden"/>
                                          </p:val>
                                        </p:tav>
                                        <p:tav tm="50000">
                                          <p:val>
                                            <p:strVal val="visible"/>
                                          </p:val>
                                        </p:tav>
                                      </p:tavLst>
                                    </p:anim>
                                    <p:set>
                                      <p:cBhvr>
                                        <p:cTn id="13" dur="1" fill="hold">
                                          <p:stCondLst>
                                            <p:cond delay="999"/>
                                          </p:stCondLst>
                                        </p:cTn>
                                        <p:tgtEl>
                                          <p:spTgt spid="6"/>
                                        </p:tgtEl>
                                        <p:attrNameLst>
                                          <p:attrName>style.visibility</p:attrName>
                                        </p:attrNameLst>
                                      </p:cBhvr>
                                      <p:to>
                                        <p:strVal val="hidden"/>
                                      </p:to>
                                    </p:set>
                                  </p:childTnLst>
                                </p:cTn>
                              </p:par>
                            </p:childTnLst>
                          </p:cTn>
                        </p:par>
                        <p:par>
                          <p:cTn id="14" fill="hold">
                            <p:stCondLst>
                              <p:cond delay="1000"/>
                            </p:stCondLst>
                            <p:childTnLst>
                              <p:par>
                                <p:cTn id="15" presetID="11" presetClass="exit" presetSubtype="0" fill="hold" grpId="1" nodeType="afterEffect">
                                  <p:stCondLst>
                                    <p:cond delay="0"/>
                                  </p:stCondLst>
                                  <p:childTnLst>
                                    <p:anim calcmode="discrete" valueType="str">
                                      <p:cBhvr>
                                        <p:cTn id="16" dur="1000"/>
                                        <p:tgtEl>
                                          <p:spTgt spid="5"/>
                                        </p:tgtEl>
                                        <p:attrNameLst>
                                          <p:attrName>style.visibility</p:attrName>
                                        </p:attrNameLst>
                                      </p:cBhvr>
                                      <p:tavLst>
                                        <p:tav tm="0">
                                          <p:val>
                                            <p:strVal val="hidden"/>
                                          </p:val>
                                        </p:tav>
                                        <p:tav tm="50000">
                                          <p:val>
                                            <p:strVal val="visible"/>
                                          </p:val>
                                        </p:tav>
                                      </p:tavLst>
                                    </p:anim>
                                    <p:set>
                                      <p:cBhvr>
                                        <p:cTn id="17" dur="1" fill="hold">
                                          <p:stCondLst>
                                            <p:cond delay="999"/>
                                          </p:stCondLst>
                                        </p:cTn>
                                        <p:tgtEl>
                                          <p:spTgt spid="5"/>
                                        </p:tgtEl>
                                        <p:attrNameLst>
                                          <p:attrName>style.visibility</p:attrName>
                                        </p:attrNameLst>
                                      </p:cBhvr>
                                      <p:to>
                                        <p:strVal val="hidden"/>
                                      </p:to>
                                    </p:set>
                                  </p:childTnLst>
                                </p:cTn>
                              </p:par>
                            </p:childTnLst>
                          </p:cTn>
                        </p:par>
                        <p:par>
                          <p:cTn id="18" fill="hold">
                            <p:stCondLst>
                              <p:cond delay="2000"/>
                            </p:stCondLst>
                            <p:childTnLst>
                              <p:par>
                                <p:cTn id="19" presetID="1"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3" name="Picture 2" descr="24.0.png"/>
          <p:cNvPicPr>
            <a:picLocks noChangeAspect="1"/>
          </p:cNvPicPr>
          <p:nvPr/>
        </p:nvPicPr>
        <p:blipFill>
          <a:blip r:embed="rId2"/>
          <a:stretch>
            <a:fillRect/>
          </a:stretch>
        </p:blipFill>
        <p:spPr>
          <a:xfrm>
            <a:off x="778631" y="981852"/>
            <a:ext cx="10311299" cy="5679026"/>
          </a:xfrm>
          <a:prstGeom prst="rect">
            <a:avLst/>
          </a:prstGeom>
        </p:spPr>
      </p:pic>
      <p:sp>
        <p:nvSpPr>
          <p:cNvPr id="4" name="Rectangle 3"/>
          <p:cNvSpPr/>
          <p:nvPr/>
        </p:nvSpPr>
        <p:spPr>
          <a:xfrm>
            <a:off x="992945" y="151892"/>
            <a:ext cx="1928825" cy="369332"/>
          </a:xfrm>
          <a:prstGeom prst="rect">
            <a:avLst/>
          </a:prstGeom>
        </p:spPr>
        <p:txBody>
          <a:bodyPr wrap="square">
            <a:spAutoFit/>
          </a:bodyPr>
          <a:lstStyle/>
          <a:p>
            <a:r>
              <a:rPr lang="en-IN" dirty="0"/>
              <a:t>Save the file.</a:t>
            </a:r>
          </a:p>
        </p:txBody>
      </p:sp>
      <p:sp>
        <p:nvSpPr>
          <p:cNvPr id="5" name="TextBox 4"/>
          <p:cNvSpPr txBox="1"/>
          <p:nvPr/>
        </p:nvSpPr>
        <p:spPr>
          <a:xfrm>
            <a:off x="609601" y="71998"/>
            <a:ext cx="533401" cy="523220"/>
          </a:xfrm>
          <a:prstGeom prst="rect">
            <a:avLst/>
          </a:prstGeom>
          <a:noFill/>
        </p:spPr>
        <p:txBody>
          <a:bodyPr wrap="square" rtlCol="0">
            <a:spAutoFit/>
          </a:bodyPr>
          <a:lstStyle/>
          <a:p>
            <a:r>
              <a:rPr lang="en-IN" sz="2800" dirty="0"/>
              <a:t>6.</a:t>
            </a:r>
          </a:p>
        </p:txBody>
      </p:sp>
      <p:graphicFrame>
        <p:nvGraphicFramePr>
          <p:cNvPr id="6" name="Diagram 5"/>
          <p:cNvGraphicFramePr/>
          <p:nvPr/>
        </p:nvGraphicFramePr>
        <p:xfrm>
          <a:off x="6779423" y="0"/>
          <a:ext cx="5429288"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4" name="Picture 3" descr="25.png"/>
          <p:cNvPicPr>
            <a:picLocks noChangeAspect="1"/>
          </p:cNvPicPr>
          <p:nvPr/>
        </p:nvPicPr>
        <p:blipFill>
          <a:blip r:embed="rId2"/>
          <a:stretch>
            <a:fillRect/>
          </a:stretch>
        </p:blipFill>
        <p:spPr>
          <a:xfrm>
            <a:off x="720841" y="968205"/>
            <a:ext cx="10311299" cy="5569664"/>
          </a:xfrm>
          <a:prstGeom prst="rect">
            <a:avLst/>
          </a:prstGeom>
        </p:spPr>
      </p:pic>
      <p:sp>
        <p:nvSpPr>
          <p:cNvPr id="5" name="Rectangle 4"/>
          <p:cNvSpPr/>
          <p:nvPr/>
        </p:nvSpPr>
        <p:spPr>
          <a:xfrm>
            <a:off x="707191" y="326768"/>
            <a:ext cx="9144064" cy="369332"/>
          </a:xfrm>
          <a:prstGeom prst="rect">
            <a:avLst/>
          </a:prstGeom>
        </p:spPr>
        <p:txBody>
          <a:bodyPr wrap="square">
            <a:spAutoFit/>
          </a:bodyPr>
          <a:lstStyle/>
          <a:p>
            <a:r>
              <a:rPr lang="en-IN" dirty="0"/>
              <a:t>Default warning of no non-bonded atoms in the receptor will appear. Click on “OK”.</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3" name="Picture 2" descr="26.png"/>
          <p:cNvPicPr>
            <a:picLocks noChangeAspect="1"/>
          </p:cNvPicPr>
          <p:nvPr/>
        </p:nvPicPr>
        <p:blipFill>
          <a:blip r:embed="rId2"/>
          <a:stretch>
            <a:fillRect/>
          </a:stretch>
        </p:blipFill>
        <p:spPr>
          <a:xfrm>
            <a:off x="711483" y="958100"/>
            <a:ext cx="10326924" cy="5694650"/>
          </a:xfrm>
          <a:prstGeom prst="rect">
            <a:avLst/>
          </a:prstGeom>
        </p:spPr>
      </p:pic>
      <p:sp>
        <p:nvSpPr>
          <p:cNvPr id="4" name="Rectangle 3"/>
          <p:cNvSpPr/>
          <p:nvPr/>
        </p:nvSpPr>
        <p:spPr>
          <a:xfrm>
            <a:off x="707191" y="326768"/>
            <a:ext cx="9144064" cy="369332"/>
          </a:xfrm>
          <a:prstGeom prst="rect">
            <a:avLst/>
          </a:prstGeom>
        </p:spPr>
        <p:txBody>
          <a:bodyPr wrap="square">
            <a:spAutoFit/>
          </a:bodyPr>
          <a:lstStyle/>
          <a:p>
            <a:r>
              <a:rPr lang="en-IN" dirty="0"/>
              <a:t>File saving wizard will open and save the file in the working folder.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a:solidFill>
                  <a:schemeClr val="bg1"/>
                </a:solidFill>
              </a:rPr>
              <a:t>Receptor Preparation			contd...</a:t>
            </a:r>
          </a:p>
        </p:txBody>
      </p:sp>
      <p:pic>
        <p:nvPicPr>
          <p:cNvPr id="3" name="Picture 2" descr="27.png"/>
          <p:cNvPicPr>
            <a:picLocks noChangeAspect="1"/>
          </p:cNvPicPr>
          <p:nvPr/>
        </p:nvPicPr>
        <p:blipFill>
          <a:blip r:embed="rId2"/>
          <a:stretch>
            <a:fillRect/>
          </a:stretch>
        </p:blipFill>
        <p:spPr>
          <a:xfrm>
            <a:off x="707193" y="930804"/>
            <a:ext cx="10311299" cy="5694650"/>
          </a:xfrm>
          <a:prstGeom prst="rect">
            <a:avLst/>
          </a:prstGeom>
        </p:spPr>
      </p:pic>
      <p:sp>
        <p:nvSpPr>
          <p:cNvPr id="4" name="Rectangle 3"/>
          <p:cNvSpPr/>
          <p:nvPr/>
        </p:nvSpPr>
        <p:spPr>
          <a:xfrm>
            <a:off x="707191" y="196035"/>
            <a:ext cx="9144064" cy="646331"/>
          </a:xfrm>
          <a:prstGeom prst="rect">
            <a:avLst/>
          </a:prstGeom>
        </p:spPr>
        <p:txBody>
          <a:bodyPr wrap="square">
            <a:spAutoFit/>
          </a:bodyPr>
          <a:lstStyle/>
          <a:p>
            <a:r>
              <a:rPr lang="en-IN" dirty="0"/>
              <a:t>Now, the protein molecule can be deleted from the viewer.</a:t>
            </a:r>
          </a:p>
          <a:p>
            <a:r>
              <a:rPr lang="en-IN" dirty="0"/>
              <a:t>Use right click button of mouse on the name of the protein molecule in the viewer.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161156"/>
            <a:ext cx="8229599" cy="1143000"/>
          </a:xfrm>
        </p:spPr>
        <p:txBody>
          <a:bodyPr>
            <a:normAutofit/>
          </a:bodyPr>
          <a:lstStyle/>
          <a:p>
            <a:pPr algn="l"/>
            <a:r>
              <a:rPr lang="en-IN" sz="3200" b="1" dirty="0" err="1"/>
              <a:t>Ligand</a:t>
            </a:r>
            <a:r>
              <a:rPr lang="en-IN" sz="3200" b="1" dirty="0"/>
              <a:t> Preparation</a:t>
            </a:r>
          </a:p>
        </p:txBody>
      </p:sp>
      <p:pic>
        <p:nvPicPr>
          <p:cNvPr id="5" name="Picture 4" descr="28.png"/>
          <p:cNvPicPr>
            <a:picLocks noChangeAspect="1"/>
          </p:cNvPicPr>
          <p:nvPr/>
        </p:nvPicPr>
        <p:blipFill>
          <a:blip r:embed="rId2"/>
          <a:stretch>
            <a:fillRect/>
          </a:stretch>
        </p:blipFill>
        <p:spPr>
          <a:xfrm>
            <a:off x="707192" y="910414"/>
            <a:ext cx="10326924" cy="5694650"/>
          </a:xfrm>
          <a:prstGeom prst="rect">
            <a:avLst/>
          </a:prstGeom>
        </p:spPr>
      </p:pic>
      <p:graphicFrame>
        <p:nvGraphicFramePr>
          <p:cNvPr id="6" name="Diagram 5"/>
          <p:cNvGraphicFramePr/>
          <p:nvPr/>
        </p:nvGraphicFramePr>
        <p:xfrm>
          <a:off x="4850596" y="196034"/>
          <a:ext cx="5143536" cy="57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4317197" y="196034"/>
            <a:ext cx="533401" cy="523220"/>
          </a:xfrm>
          <a:prstGeom prst="rect">
            <a:avLst/>
          </a:prstGeom>
          <a:noFill/>
        </p:spPr>
        <p:txBody>
          <a:bodyPr wrap="square" rtlCol="0">
            <a:spAutoFit/>
          </a:bodyPr>
          <a:lstStyle/>
          <a:p>
            <a:r>
              <a:rPr lang="en-IN" sz="2800" dirty="0"/>
              <a:t>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29.png"/>
          <p:cNvPicPr>
            <a:picLocks noChangeAspect="1"/>
          </p:cNvPicPr>
          <p:nvPr/>
        </p:nvPicPr>
        <p:blipFill>
          <a:blip r:embed="rId2"/>
          <a:stretch>
            <a:fillRect/>
          </a:stretch>
        </p:blipFill>
        <p:spPr>
          <a:xfrm>
            <a:off x="690346" y="910414"/>
            <a:ext cx="10326924" cy="5679026"/>
          </a:xfrm>
          <a:prstGeom prst="rect">
            <a:avLst/>
          </a:prstGeom>
        </p:spPr>
      </p:pic>
      <p:sp>
        <p:nvSpPr>
          <p:cNvPr id="4" name="Rectangle 3"/>
          <p:cNvSpPr/>
          <p:nvPr/>
        </p:nvSpPr>
        <p:spPr>
          <a:xfrm>
            <a:off x="707192" y="196035"/>
            <a:ext cx="11501518" cy="369332"/>
          </a:xfrm>
          <a:prstGeom prst="rect">
            <a:avLst/>
          </a:prstGeom>
        </p:spPr>
        <p:txBody>
          <a:bodyPr wrap="square">
            <a:spAutoFit/>
          </a:bodyPr>
          <a:lstStyle/>
          <a:p>
            <a:r>
              <a:rPr lang="en-IN" dirty="0"/>
              <a:t>By default, </a:t>
            </a:r>
            <a:r>
              <a:rPr lang="en-IN" dirty="0" err="1"/>
              <a:t>AutoDockTools</a:t>
            </a:r>
            <a:r>
              <a:rPr lang="en-IN" dirty="0"/>
              <a:t> will look for </a:t>
            </a:r>
            <a:r>
              <a:rPr lang="en-IN" dirty="0" err="1"/>
              <a:t>pdbqt</a:t>
            </a:r>
            <a:r>
              <a:rPr lang="en-IN" dirty="0"/>
              <a:t> files. Therefore, file types has to be changed to “PDB files</a:t>
            </a:r>
            <a:r>
              <a:rPr lang="en-IN" dirty="0">
                <a:sym typeface="Wingdings" pitchFamily="2" charset="2"/>
              </a:rPr>
              <a:t>: (*.pdb)</a:t>
            </a:r>
            <a:r>
              <a:rPr lang="en-IN" dirty="0"/>
              <a:t>”.</a:t>
            </a:r>
          </a:p>
        </p:txBody>
      </p:sp>
      <p:sp>
        <p:nvSpPr>
          <p:cNvPr id="5" name="Oval 4"/>
          <p:cNvSpPr/>
          <p:nvPr/>
        </p:nvSpPr>
        <p:spPr>
          <a:xfrm>
            <a:off x="5064911" y="5268133"/>
            <a:ext cx="1714512" cy="285752"/>
          </a:xfrm>
          <a:prstGeom prst="ellipse">
            <a:avLst/>
          </a:prstGeom>
          <a:solidFill>
            <a:srgbClr val="C00000">
              <a:alpha val="1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iterate type="lt">
                                    <p:tmPct val="0"/>
                                  </p:iterate>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0.png"/>
          <p:cNvPicPr>
            <a:picLocks noChangeAspect="1"/>
          </p:cNvPicPr>
          <p:nvPr/>
        </p:nvPicPr>
        <p:blipFill>
          <a:blip r:embed="rId2"/>
          <a:stretch>
            <a:fillRect/>
          </a:stretch>
        </p:blipFill>
        <p:spPr>
          <a:xfrm>
            <a:off x="703672" y="930804"/>
            <a:ext cx="10334734" cy="5694650"/>
          </a:xfrm>
          <a:prstGeom prst="rect">
            <a:avLst/>
          </a:prstGeom>
        </p:spPr>
      </p:pic>
      <p:sp>
        <p:nvSpPr>
          <p:cNvPr id="4" name="Rectangle 3"/>
          <p:cNvSpPr/>
          <p:nvPr/>
        </p:nvSpPr>
        <p:spPr>
          <a:xfrm>
            <a:off x="707192" y="196035"/>
            <a:ext cx="11501518" cy="369332"/>
          </a:xfrm>
          <a:prstGeom prst="rect">
            <a:avLst/>
          </a:prstGeom>
        </p:spPr>
        <p:txBody>
          <a:bodyPr wrap="square">
            <a:spAutoFit/>
          </a:bodyPr>
          <a:lstStyle/>
          <a:p>
            <a:r>
              <a:rPr lang="en-IN" dirty="0"/>
              <a:t>While opening the </a:t>
            </a:r>
            <a:r>
              <a:rPr lang="en-IN" dirty="0" err="1"/>
              <a:t>ligand</a:t>
            </a:r>
            <a:r>
              <a:rPr lang="en-IN" dirty="0"/>
              <a:t>, a summary about the </a:t>
            </a:r>
            <a:r>
              <a:rPr lang="en-IN" dirty="0" err="1"/>
              <a:t>ligand</a:t>
            </a:r>
            <a:r>
              <a:rPr lang="en-IN" dirty="0"/>
              <a:t> will appear. Read the summary carefully whether everything is OK.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1.png"/>
          <p:cNvPicPr>
            <a:picLocks noChangeAspect="1"/>
          </p:cNvPicPr>
          <p:nvPr/>
        </p:nvPicPr>
        <p:blipFill>
          <a:blip r:embed="rId2"/>
          <a:stretch>
            <a:fillRect/>
          </a:stretch>
        </p:blipFill>
        <p:spPr>
          <a:xfrm>
            <a:off x="725131" y="915181"/>
            <a:ext cx="10326924" cy="5710273"/>
          </a:xfrm>
          <a:prstGeom prst="rect">
            <a:avLst/>
          </a:prstGeom>
        </p:spPr>
      </p:pic>
      <p:graphicFrame>
        <p:nvGraphicFramePr>
          <p:cNvPr id="4" name="Diagram 3"/>
          <p:cNvGraphicFramePr/>
          <p:nvPr/>
        </p:nvGraphicFramePr>
        <p:xfrm>
          <a:off x="1169155" y="196034"/>
          <a:ext cx="6253210" cy="57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635754" y="196034"/>
            <a:ext cx="533401" cy="523220"/>
          </a:xfrm>
          <a:prstGeom prst="rect">
            <a:avLst/>
          </a:prstGeom>
          <a:noFill/>
        </p:spPr>
        <p:txBody>
          <a:bodyPr wrap="square" rtlCol="0">
            <a:spAutoFit/>
          </a:bodyPr>
          <a:lstStyle/>
          <a:p>
            <a:r>
              <a:rPr lang="en-IN" sz="2800" dirty="0"/>
              <a:t>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2.png"/>
          <p:cNvPicPr>
            <a:picLocks noChangeAspect="1"/>
          </p:cNvPicPr>
          <p:nvPr/>
        </p:nvPicPr>
        <p:blipFill>
          <a:blip r:embed="rId2"/>
          <a:stretch>
            <a:fillRect/>
          </a:stretch>
        </p:blipFill>
        <p:spPr>
          <a:xfrm>
            <a:off x="724038" y="910414"/>
            <a:ext cx="10326924" cy="5694650"/>
          </a:xfrm>
          <a:prstGeom prst="rect">
            <a:avLst/>
          </a:prstGeom>
        </p:spPr>
      </p:pic>
      <p:sp>
        <p:nvSpPr>
          <p:cNvPr id="4" name="Rectangle 3"/>
          <p:cNvSpPr/>
          <p:nvPr/>
        </p:nvSpPr>
        <p:spPr>
          <a:xfrm>
            <a:off x="707192" y="196035"/>
            <a:ext cx="11501518" cy="369332"/>
          </a:xfrm>
          <a:prstGeom prst="rect">
            <a:avLst/>
          </a:prstGeom>
        </p:spPr>
        <p:txBody>
          <a:bodyPr wrap="square">
            <a:spAutoFit/>
          </a:bodyPr>
          <a:lstStyle/>
          <a:p>
            <a:r>
              <a:rPr lang="en-IN" dirty="0"/>
              <a:t>A central point on the </a:t>
            </a:r>
            <a:r>
              <a:rPr lang="en-IN" dirty="0" err="1"/>
              <a:t>ligand</a:t>
            </a:r>
            <a:r>
              <a:rPr lang="en-IN" dirty="0"/>
              <a:t> will be detected, based on which the </a:t>
            </a:r>
            <a:r>
              <a:rPr lang="en-IN" dirty="0" err="1"/>
              <a:t>ligand</a:t>
            </a:r>
            <a:r>
              <a:rPr lang="en-IN" dirty="0"/>
              <a:t> will exhibit its movements.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3.png"/>
          <p:cNvPicPr>
            <a:picLocks noChangeAspect="1"/>
          </p:cNvPicPr>
          <p:nvPr/>
        </p:nvPicPr>
        <p:blipFill>
          <a:blip r:embed="rId2"/>
          <a:stretch>
            <a:fillRect/>
          </a:stretch>
        </p:blipFill>
        <p:spPr>
          <a:xfrm>
            <a:off x="724038" y="920865"/>
            <a:ext cx="10311299" cy="5702461"/>
          </a:xfrm>
          <a:prstGeom prst="rect">
            <a:avLst/>
          </a:prstGeom>
        </p:spPr>
      </p:pic>
      <p:graphicFrame>
        <p:nvGraphicFramePr>
          <p:cNvPr id="4" name="Diagram 3"/>
          <p:cNvGraphicFramePr/>
          <p:nvPr/>
        </p:nvGraphicFramePr>
        <p:xfrm>
          <a:off x="1169155" y="196034"/>
          <a:ext cx="6253210" cy="57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635754" y="196034"/>
            <a:ext cx="533401" cy="523220"/>
          </a:xfrm>
          <a:prstGeom prst="rect">
            <a:avLst/>
          </a:prstGeom>
          <a:noFill/>
        </p:spPr>
        <p:txBody>
          <a:bodyPr wrap="square" rtlCol="0">
            <a:spAutoFit/>
          </a:bodyPr>
          <a:lstStyle/>
          <a:p>
            <a:r>
              <a:rPr lang="en-IN" sz="2800" dirty="0"/>
              <a:t>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4.png"/>
          <p:cNvPicPr>
            <a:picLocks noChangeAspect="1"/>
          </p:cNvPicPr>
          <p:nvPr/>
        </p:nvPicPr>
        <p:blipFill>
          <a:blip r:embed="rId2"/>
          <a:stretch>
            <a:fillRect/>
          </a:stretch>
        </p:blipFill>
        <p:spPr>
          <a:xfrm>
            <a:off x="707193" y="910414"/>
            <a:ext cx="10311299" cy="5694650"/>
          </a:xfrm>
          <a:prstGeom prst="rect">
            <a:avLst/>
          </a:prstGeom>
        </p:spPr>
      </p:pic>
      <p:sp>
        <p:nvSpPr>
          <p:cNvPr id="4" name="Rectangle 3"/>
          <p:cNvSpPr/>
          <p:nvPr/>
        </p:nvSpPr>
        <p:spPr>
          <a:xfrm>
            <a:off x="492878" y="-18279"/>
            <a:ext cx="11715832" cy="923330"/>
          </a:xfrm>
          <a:prstGeom prst="rect">
            <a:avLst/>
          </a:prstGeom>
        </p:spPr>
        <p:txBody>
          <a:bodyPr wrap="square">
            <a:spAutoFit/>
          </a:bodyPr>
          <a:lstStyle/>
          <a:p>
            <a:r>
              <a:rPr lang="en-IN" dirty="0" err="1"/>
              <a:t>Color</a:t>
            </a:r>
            <a:r>
              <a:rPr lang="en-IN" dirty="0"/>
              <a:t> legends on the “Torsion Count” window depict that green bonds are rotatable, magenta bonds are non-rotatable and red bonds are </a:t>
            </a:r>
            <a:r>
              <a:rPr lang="en-IN" dirty="0" err="1"/>
              <a:t>unrotatable</a:t>
            </a:r>
            <a:r>
              <a:rPr lang="en-IN" dirty="0"/>
              <a:t>. However, non-rotatable bonds can be made rotatable by clicking on that bond with </a:t>
            </a:r>
            <a:r>
              <a:rPr lang="en-IN" dirty="0" err="1"/>
              <a:t>shift+ctrl</a:t>
            </a:r>
            <a:r>
              <a:rPr lang="en-IN" dirty="0"/>
              <a:t> key on keyboard.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5.png"/>
          <p:cNvPicPr>
            <a:picLocks noChangeAspect="1"/>
          </p:cNvPicPr>
          <p:nvPr/>
        </p:nvPicPr>
        <p:blipFill>
          <a:blip r:embed="rId2"/>
          <a:stretch>
            <a:fillRect/>
          </a:stretch>
        </p:blipFill>
        <p:spPr>
          <a:xfrm>
            <a:off x="711483" y="910415"/>
            <a:ext cx="10326924" cy="5663403"/>
          </a:xfrm>
          <a:prstGeom prst="rect">
            <a:avLst/>
          </a:prstGeom>
        </p:spPr>
      </p:pic>
      <p:graphicFrame>
        <p:nvGraphicFramePr>
          <p:cNvPr id="4" name="Diagram 3"/>
          <p:cNvGraphicFramePr/>
          <p:nvPr/>
        </p:nvGraphicFramePr>
        <p:xfrm>
          <a:off x="1169155" y="196034"/>
          <a:ext cx="6681838" cy="57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635754" y="196034"/>
            <a:ext cx="533401" cy="523220"/>
          </a:xfrm>
          <a:prstGeom prst="rect">
            <a:avLst/>
          </a:prstGeom>
          <a:noFill/>
        </p:spPr>
        <p:txBody>
          <a:bodyPr wrap="square" rtlCol="0">
            <a:spAutoFit/>
          </a:bodyPr>
          <a:lstStyle/>
          <a:p>
            <a:r>
              <a:rPr lang="en-IN" sz="2800" dirty="0"/>
              <a:t>4.</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4" name="Picture 3" descr="36.png"/>
          <p:cNvPicPr>
            <a:picLocks noChangeAspect="1"/>
          </p:cNvPicPr>
          <p:nvPr/>
        </p:nvPicPr>
        <p:blipFill>
          <a:blip r:embed="rId2"/>
          <a:stretch>
            <a:fillRect/>
          </a:stretch>
        </p:blipFill>
        <p:spPr>
          <a:xfrm>
            <a:off x="703672" y="913958"/>
            <a:ext cx="10334734" cy="5694650"/>
          </a:xfrm>
          <a:prstGeom prst="rect">
            <a:avLst/>
          </a:prstGeom>
        </p:spPr>
      </p:pic>
      <p:sp>
        <p:nvSpPr>
          <p:cNvPr id="5" name="Rectangle 4"/>
          <p:cNvSpPr/>
          <p:nvPr/>
        </p:nvSpPr>
        <p:spPr>
          <a:xfrm>
            <a:off x="707192" y="196034"/>
            <a:ext cx="11501518" cy="369332"/>
          </a:xfrm>
          <a:prstGeom prst="rect">
            <a:avLst/>
          </a:prstGeom>
        </p:spPr>
        <p:txBody>
          <a:bodyPr wrap="square">
            <a:spAutoFit/>
          </a:bodyPr>
          <a:lstStyle/>
          <a:p>
            <a:r>
              <a:rPr lang="en-IN" dirty="0"/>
              <a:t>Set number of active torsions to most atoms.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5" name="Picture 4" descr="37.png"/>
          <p:cNvPicPr>
            <a:picLocks noChangeAspect="1"/>
          </p:cNvPicPr>
          <p:nvPr/>
        </p:nvPicPr>
        <p:blipFill>
          <a:blip r:embed="rId2"/>
          <a:stretch>
            <a:fillRect/>
          </a:stretch>
        </p:blipFill>
        <p:spPr>
          <a:xfrm>
            <a:off x="734488" y="910414"/>
            <a:ext cx="10272242" cy="5686838"/>
          </a:xfrm>
          <a:prstGeom prst="rect">
            <a:avLst/>
          </a:prstGeom>
        </p:spPr>
      </p:pic>
      <p:graphicFrame>
        <p:nvGraphicFramePr>
          <p:cNvPr id="9" name="Diagram 8"/>
          <p:cNvGraphicFramePr/>
          <p:nvPr/>
        </p:nvGraphicFramePr>
        <p:xfrm>
          <a:off x="1169155" y="196034"/>
          <a:ext cx="6681838" cy="57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p:cNvSpPr txBox="1"/>
          <p:nvPr/>
        </p:nvSpPr>
        <p:spPr>
          <a:xfrm>
            <a:off x="635754" y="196034"/>
            <a:ext cx="533401" cy="523220"/>
          </a:xfrm>
          <a:prstGeom prst="rect">
            <a:avLst/>
          </a:prstGeom>
          <a:noFill/>
        </p:spPr>
        <p:txBody>
          <a:bodyPr wrap="square" rtlCol="0">
            <a:spAutoFit/>
          </a:bodyPr>
          <a:lstStyle/>
          <a:p>
            <a:r>
              <a:rPr lang="en-IN" sz="2800" dirty="0"/>
              <a:t>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8.png"/>
          <p:cNvPicPr>
            <a:picLocks noChangeAspect="1"/>
          </p:cNvPicPr>
          <p:nvPr/>
        </p:nvPicPr>
        <p:blipFill>
          <a:blip r:embed="rId2"/>
          <a:stretch>
            <a:fillRect/>
          </a:stretch>
        </p:blipFill>
        <p:spPr>
          <a:xfrm>
            <a:off x="707192" y="910414"/>
            <a:ext cx="10326924" cy="5686838"/>
          </a:xfrm>
          <a:prstGeom prst="rect">
            <a:avLst/>
          </a:prstGeom>
        </p:spPr>
      </p:pic>
      <p:sp>
        <p:nvSpPr>
          <p:cNvPr id="4" name="Rectangle 3"/>
          <p:cNvSpPr/>
          <p:nvPr/>
        </p:nvSpPr>
        <p:spPr>
          <a:xfrm>
            <a:off x="707192" y="196034"/>
            <a:ext cx="11501518" cy="369332"/>
          </a:xfrm>
          <a:prstGeom prst="rect">
            <a:avLst/>
          </a:prstGeom>
        </p:spPr>
        <p:txBody>
          <a:bodyPr wrap="square">
            <a:spAutoFit/>
          </a:bodyPr>
          <a:lstStyle/>
          <a:p>
            <a:r>
              <a:rPr lang="en-IN" dirty="0"/>
              <a:t>Click on OK as default.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39.png"/>
          <p:cNvPicPr>
            <a:picLocks noChangeAspect="1"/>
          </p:cNvPicPr>
          <p:nvPr/>
        </p:nvPicPr>
        <p:blipFill>
          <a:blip r:embed="rId2"/>
          <a:stretch>
            <a:fillRect/>
          </a:stretch>
        </p:blipFill>
        <p:spPr>
          <a:xfrm>
            <a:off x="734489" y="910414"/>
            <a:ext cx="10303489" cy="5710273"/>
          </a:xfrm>
          <a:prstGeom prst="rect">
            <a:avLst/>
          </a:prstGeom>
        </p:spPr>
      </p:pic>
      <p:graphicFrame>
        <p:nvGraphicFramePr>
          <p:cNvPr id="4" name="Diagram 3"/>
          <p:cNvGraphicFramePr/>
          <p:nvPr/>
        </p:nvGraphicFramePr>
        <p:xfrm>
          <a:off x="778630" y="196034"/>
          <a:ext cx="6681838" cy="57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635754" y="196034"/>
            <a:ext cx="533401" cy="523220"/>
          </a:xfrm>
          <a:prstGeom prst="rect">
            <a:avLst/>
          </a:prstGeom>
          <a:noFill/>
        </p:spPr>
        <p:txBody>
          <a:bodyPr wrap="square" rtlCol="0">
            <a:spAutoFit/>
          </a:bodyPr>
          <a:lstStyle/>
          <a:p>
            <a:r>
              <a:rPr lang="en-IN" sz="2800" dirty="0"/>
              <a:t>6.</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40.png"/>
          <p:cNvPicPr>
            <a:picLocks noChangeAspect="1"/>
          </p:cNvPicPr>
          <p:nvPr/>
        </p:nvPicPr>
        <p:blipFill>
          <a:blip r:embed="rId2"/>
          <a:stretch>
            <a:fillRect/>
          </a:stretch>
        </p:blipFill>
        <p:spPr>
          <a:xfrm>
            <a:off x="710390" y="910415"/>
            <a:ext cx="10326924" cy="5671215"/>
          </a:xfrm>
          <a:prstGeom prst="rect">
            <a:avLst/>
          </a:prstGeom>
        </p:spPr>
      </p:pic>
      <p:sp>
        <p:nvSpPr>
          <p:cNvPr id="4" name="Rectangle 3"/>
          <p:cNvSpPr/>
          <p:nvPr/>
        </p:nvSpPr>
        <p:spPr>
          <a:xfrm>
            <a:off x="707192" y="196034"/>
            <a:ext cx="11501518" cy="369332"/>
          </a:xfrm>
          <a:prstGeom prst="rect">
            <a:avLst/>
          </a:prstGeom>
        </p:spPr>
        <p:txBody>
          <a:bodyPr wrap="square">
            <a:spAutoFit/>
          </a:bodyPr>
          <a:lstStyle/>
          <a:p>
            <a:r>
              <a:rPr lang="en-IN" dirty="0"/>
              <a:t>Save the </a:t>
            </a:r>
            <a:r>
              <a:rPr lang="en-IN" dirty="0" err="1"/>
              <a:t>ligand</a:t>
            </a:r>
            <a:r>
              <a:rPr lang="en-IN" dirty="0"/>
              <a:t> as </a:t>
            </a:r>
            <a:r>
              <a:rPr lang="en-IN" dirty="0" err="1"/>
              <a:t>ligand.pdbqt</a:t>
            </a:r>
            <a:r>
              <a:rPr lang="en-IN" dirty="0"/>
              <a:t> or as any name but with </a:t>
            </a:r>
            <a:r>
              <a:rPr lang="en-IN" dirty="0" err="1"/>
              <a:t>pdbqt</a:t>
            </a:r>
            <a:r>
              <a:rPr lang="en-IN" dirty="0"/>
              <a:t> extension.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596634" y="2977634"/>
            <a:ext cx="5562601" cy="369332"/>
          </a:xfrm>
          <a:prstGeom prst="rect">
            <a:avLst/>
          </a:prstGeom>
          <a:solidFill>
            <a:schemeClr val="accent2">
              <a:lumMod val="50000"/>
            </a:schemeClr>
          </a:solidFill>
        </p:spPr>
        <p:txBody>
          <a:bodyPr wrap="square" rtlCol="0">
            <a:spAutoFit/>
          </a:bodyPr>
          <a:lstStyle/>
          <a:p>
            <a:r>
              <a:rPr lang="en-IN" b="1" dirty="0" err="1">
                <a:solidFill>
                  <a:schemeClr val="bg1"/>
                </a:solidFill>
              </a:rPr>
              <a:t>Ligand</a:t>
            </a:r>
            <a:r>
              <a:rPr lang="en-IN" b="1" dirty="0">
                <a:solidFill>
                  <a:schemeClr val="bg1"/>
                </a:solidFill>
              </a:rPr>
              <a:t> Preparation			contd...</a:t>
            </a:r>
          </a:p>
        </p:txBody>
      </p:sp>
      <p:pic>
        <p:nvPicPr>
          <p:cNvPr id="3" name="Picture 2" descr="41.png"/>
          <p:cNvPicPr>
            <a:picLocks noChangeAspect="1"/>
          </p:cNvPicPr>
          <p:nvPr/>
        </p:nvPicPr>
        <p:blipFill>
          <a:blip r:embed="rId2"/>
          <a:stretch>
            <a:fillRect/>
          </a:stretch>
        </p:blipFill>
        <p:spPr>
          <a:xfrm>
            <a:off x="724038" y="900310"/>
            <a:ext cx="10326924" cy="5694650"/>
          </a:xfrm>
          <a:prstGeom prst="rect">
            <a:avLst/>
          </a:prstGeom>
        </p:spPr>
      </p:pic>
      <p:sp>
        <p:nvSpPr>
          <p:cNvPr id="4" name="Rectangle 3"/>
          <p:cNvSpPr/>
          <p:nvPr/>
        </p:nvSpPr>
        <p:spPr>
          <a:xfrm>
            <a:off x="707191" y="196035"/>
            <a:ext cx="9144064" cy="646331"/>
          </a:xfrm>
          <a:prstGeom prst="rect">
            <a:avLst/>
          </a:prstGeom>
        </p:spPr>
        <p:txBody>
          <a:bodyPr wrap="square">
            <a:spAutoFit/>
          </a:bodyPr>
          <a:lstStyle/>
          <a:p>
            <a:r>
              <a:rPr lang="en-IN" dirty="0"/>
              <a:t>Now, the </a:t>
            </a:r>
            <a:r>
              <a:rPr lang="en-IN" dirty="0" err="1"/>
              <a:t>ligand</a:t>
            </a:r>
            <a:r>
              <a:rPr lang="en-IN" dirty="0"/>
              <a:t> molecule can be deleted from the viewer.</a:t>
            </a:r>
          </a:p>
          <a:p>
            <a:r>
              <a:rPr lang="en-IN" dirty="0"/>
              <a:t>Use right click button of mouse on the name of the </a:t>
            </a:r>
            <a:r>
              <a:rPr lang="en-IN" dirty="0" err="1"/>
              <a:t>ligand</a:t>
            </a:r>
            <a:r>
              <a:rPr lang="en-IN" dirty="0"/>
              <a:t> molecule in the viewer.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42.png"/>
          <p:cNvPicPr>
            <a:picLocks noChangeAspect="1"/>
          </p:cNvPicPr>
          <p:nvPr/>
        </p:nvPicPr>
        <p:blipFill>
          <a:blip r:embed="rId2"/>
          <a:stretch>
            <a:fillRect/>
          </a:stretch>
        </p:blipFill>
        <p:spPr>
          <a:xfrm>
            <a:off x="723602" y="900000"/>
            <a:ext cx="10303489" cy="5694650"/>
          </a:xfrm>
          <a:prstGeom prst="rect">
            <a:avLst/>
          </a:prstGeom>
        </p:spPr>
      </p:pic>
      <p:sp>
        <p:nvSpPr>
          <p:cNvPr id="4" name="Title 1"/>
          <p:cNvSpPr>
            <a:spLocks noGrp="1"/>
          </p:cNvSpPr>
          <p:nvPr>
            <p:ph type="title"/>
          </p:nvPr>
        </p:nvSpPr>
        <p:spPr>
          <a:xfrm>
            <a:off x="0" y="-232594"/>
            <a:ext cx="6065043" cy="1143000"/>
          </a:xfrm>
        </p:spPr>
        <p:txBody>
          <a:bodyPr>
            <a:normAutofit/>
          </a:bodyPr>
          <a:lstStyle/>
          <a:p>
            <a:pPr algn="l"/>
            <a:r>
              <a:rPr lang="en-IN" sz="3200" b="1" dirty="0"/>
              <a:t>Grid Parameter File Preparation</a:t>
            </a:r>
          </a:p>
        </p:txBody>
      </p:sp>
      <p:graphicFrame>
        <p:nvGraphicFramePr>
          <p:cNvPr id="5" name="Diagram 4"/>
          <p:cNvGraphicFramePr/>
          <p:nvPr/>
        </p:nvGraphicFramePr>
        <p:xfrm>
          <a:off x="6484187" y="288730"/>
          <a:ext cx="5867399" cy="53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256736" y="1143001"/>
            <a:ext cx="533401" cy="523220"/>
          </a:xfrm>
          <a:prstGeom prst="rect">
            <a:avLst/>
          </a:prstGeom>
          <a:noFill/>
        </p:spPr>
        <p:txBody>
          <a:bodyPr wrap="square" rtlCol="0">
            <a:spAutoFit/>
          </a:bodyPr>
          <a:lstStyle/>
          <a:p>
            <a:r>
              <a:rPr lang="en-IN" sz="2800" b="1" dirty="0"/>
              <a:t>1</a:t>
            </a:r>
            <a:r>
              <a:rPr lang="en-IN" sz="2800" dirty="0"/>
              <a:t>.</a:t>
            </a:r>
          </a:p>
        </p:txBody>
      </p:sp>
      <p:sp>
        <p:nvSpPr>
          <p:cNvPr id="9" name="TextBox 8"/>
          <p:cNvSpPr txBox="1"/>
          <p:nvPr/>
        </p:nvSpPr>
        <p:spPr>
          <a:xfrm>
            <a:off x="6457993" y="-18280"/>
            <a:ext cx="4464834" cy="400110"/>
          </a:xfrm>
          <a:prstGeom prst="rect">
            <a:avLst/>
          </a:prstGeom>
          <a:noFill/>
        </p:spPr>
        <p:txBody>
          <a:bodyPr wrap="square" rtlCol="0">
            <a:spAutoFit/>
          </a:bodyPr>
          <a:lstStyle/>
          <a:p>
            <a:pPr algn="just"/>
            <a:r>
              <a:rPr lang="en-IN" sz="2000" dirty="0"/>
              <a:t>Re-open ADT and follow the instructions: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43.png"/>
          <p:cNvPicPr>
            <a:picLocks noChangeAspect="1"/>
          </p:cNvPicPr>
          <p:nvPr/>
        </p:nvPicPr>
        <p:blipFill>
          <a:blip r:embed="rId2"/>
          <a:stretch>
            <a:fillRect/>
          </a:stretch>
        </p:blipFill>
        <p:spPr>
          <a:xfrm>
            <a:off x="723600" y="900000"/>
            <a:ext cx="10311299" cy="5679026"/>
          </a:xfrm>
          <a:prstGeom prst="rect">
            <a:avLst/>
          </a:prstGeom>
        </p:spPr>
      </p:pic>
      <p:sp>
        <p:nvSpPr>
          <p:cNvPr id="4" name="TextBox 3"/>
          <p:cNvSpPr txBox="1"/>
          <p:nvPr/>
        </p:nvSpPr>
        <p:spPr>
          <a:xfrm>
            <a:off x="635754" y="347663"/>
            <a:ext cx="11922958" cy="369332"/>
          </a:xfrm>
          <a:prstGeom prst="rect">
            <a:avLst/>
          </a:prstGeom>
          <a:noFill/>
        </p:spPr>
        <p:txBody>
          <a:bodyPr wrap="square" rtlCol="0">
            <a:spAutoFit/>
          </a:bodyPr>
          <a:lstStyle/>
          <a:p>
            <a:r>
              <a:rPr lang="en-IN" dirty="0"/>
              <a:t>Browse into the working folder and open 1hsg-no-ligand.pdbqt, which was saved in the end of </a:t>
            </a:r>
            <a:r>
              <a:rPr lang="en-IN" b="1" dirty="0"/>
              <a:t>Receptor Preparation</a:t>
            </a:r>
            <a:r>
              <a:rPr lang="en-IN" dirty="0"/>
              <a:t> steps.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44.png"/>
          <p:cNvPicPr>
            <a:picLocks noChangeAspect="1"/>
          </p:cNvPicPr>
          <p:nvPr/>
        </p:nvPicPr>
        <p:blipFill>
          <a:blip r:embed="rId2"/>
          <a:stretch>
            <a:fillRect/>
          </a:stretch>
        </p:blipFill>
        <p:spPr>
          <a:xfrm>
            <a:off x="723600" y="900000"/>
            <a:ext cx="10326924" cy="5694650"/>
          </a:xfrm>
          <a:prstGeom prst="rect">
            <a:avLst/>
          </a:prstGeom>
        </p:spPr>
      </p:pic>
      <p:sp>
        <p:nvSpPr>
          <p:cNvPr id="4" name="TextBox 3"/>
          <p:cNvSpPr txBox="1"/>
          <p:nvPr/>
        </p:nvSpPr>
        <p:spPr>
          <a:xfrm>
            <a:off x="635754" y="347663"/>
            <a:ext cx="11922958" cy="369332"/>
          </a:xfrm>
          <a:prstGeom prst="rect">
            <a:avLst/>
          </a:prstGeom>
          <a:noFill/>
        </p:spPr>
        <p:txBody>
          <a:bodyPr wrap="square" rtlCol="0">
            <a:spAutoFit/>
          </a:bodyPr>
          <a:lstStyle/>
          <a:p>
            <a:r>
              <a:rPr lang="en-IN" dirty="0"/>
              <a:t>A message will appear to ask to preserve the input receptor charges. Click on “Yes”.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45.png"/>
          <p:cNvPicPr>
            <a:picLocks noChangeAspect="1"/>
          </p:cNvPicPr>
          <p:nvPr/>
        </p:nvPicPr>
        <p:blipFill>
          <a:blip r:embed="rId2"/>
          <a:stretch>
            <a:fillRect/>
          </a:stretch>
        </p:blipFill>
        <p:spPr>
          <a:xfrm>
            <a:off x="723600" y="900000"/>
            <a:ext cx="10326924" cy="5679026"/>
          </a:xfrm>
          <a:prstGeom prst="rect">
            <a:avLst/>
          </a:prstGeom>
        </p:spPr>
      </p:pic>
      <p:sp>
        <p:nvSpPr>
          <p:cNvPr id="4" name="TextBox 3"/>
          <p:cNvSpPr txBox="1"/>
          <p:nvPr/>
        </p:nvSpPr>
        <p:spPr>
          <a:xfrm>
            <a:off x="635754" y="347663"/>
            <a:ext cx="11922958" cy="369332"/>
          </a:xfrm>
          <a:prstGeom prst="rect">
            <a:avLst/>
          </a:prstGeom>
          <a:noFill/>
        </p:spPr>
        <p:txBody>
          <a:bodyPr wrap="square" rtlCol="0">
            <a:spAutoFit/>
          </a:bodyPr>
          <a:lstStyle/>
          <a:p>
            <a:r>
              <a:rPr lang="en-IN" dirty="0"/>
              <a:t>A warning will appear as follows. Click on “OK”.</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graphicFrame>
        <p:nvGraphicFramePr>
          <p:cNvPr id="3" name="Diagram 2"/>
          <p:cNvGraphicFramePr/>
          <p:nvPr/>
        </p:nvGraphicFramePr>
        <p:xfrm>
          <a:off x="4207654" y="1196166"/>
          <a:ext cx="4114800" cy="99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778631" y="807915"/>
            <a:ext cx="11306252" cy="2031325"/>
          </a:xfrm>
          <a:prstGeom prst="rect">
            <a:avLst/>
          </a:prstGeom>
          <a:noFill/>
        </p:spPr>
        <p:txBody>
          <a:bodyPr wrap="square" rtlCol="0">
            <a:spAutoFit/>
          </a:bodyPr>
          <a:lstStyle/>
          <a:p>
            <a:r>
              <a:rPr lang="en-IN" dirty="0"/>
              <a:t>Once again repeat the following step of receptor preparation</a:t>
            </a:r>
          </a:p>
          <a:p>
            <a:endParaRPr lang="en-IN" dirty="0"/>
          </a:p>
          <a:p>
            <a:endParaRPr lang="en-IN" dirty="0"/>
          </a:p>
          <a:p>
            <a:endParaRPr lang="en-IN" dirty="0"/>
          </a:p>
          <a:p>
            <a:endParaRPr lang="en-IN" dirty="0"/>
          </a:p>
          <a:p>
            <a:r>
              <a:rPr lang="en-IN" dirty="0"/>
              <a:t>And select one by one all the residues listed in “Check Residue Charge Results:” window and click on “Spread Charge Deficit over all atoms in residue”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graphicFrame>
        <p:nvGraphicFramePr>
          <p:cNvPr id="3" name="Diagram 2"/>
          <p:cNvGraphicFramePr/>
          <p:nvPr/>
        </p:nvGraphicFramePr>
        <p:xfrm>
          <a:off x="990600" y="232489"/>
          <a:ext cx="5867399" cy="53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505265" y="228600"/>
            <a:ext cx="533401" cy="523220"/>
          </a:xfrm>
          <a:prstGeom prst="rect">
            <a:avLst/>
          </a:prstGeom>
          <a:noFill/>
        </p:spPr>
        <p:txBody>
          <a:bodyPr wrap="square" rtlCol="0">
            <a:spAutoFit/>
          </a:bodyPr>
          <a:lstStyle/>
          <a:p>
            <a:r>
              <a:rPr lang="en-IN" sz="2800" b="1" dirty="0"/>
              <a:t>2</a:t>
            </a:r>
            <a:r>
              <a:rPr lang="en-IN" sz="2800" dirty="0"/>
              <a:t>.</a:t>
            </a:r>
          </a:p>
        </p:txBody>
      </p:sp>
      <p:pic>
        <p:nvPicPr>
          <p:cNvPr id="7" name="Picture 6" descr="46.png"/>
          <p:cNvPicPr>
            <a:picLocks noChangeAspect="1"/>
          </p:cNvPicPr>
          <p:nvPr/>
        </p:nvPicPr>
        <p:blipFill>
          <a:blip r:embed="rId7"/>
          <a:stretch>
            <a:fillRect/>
          </a:stretch>
        </p:blipFill>
        <p:spPr>
          <a:xfrm>
            <a:off x="723600" y="900000"/>
            <a:ext cx="10326924" cy="56946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sp>
        <p:nvSpPr>
          <p:cNvPr id="3" name="TextBox 2"/>
          <p:cNvSpPr txBox="1"/>
          <p:nvPr/>
        </p:nvSpPr>
        <p:spPr>
          <a:xfrm>
            <a:off x="564317" y="255330"/>
            <a:ext cx="12177713" cy="369332"/>
          </a:xfrm>
          <a:prstGeom prst="rect">
            <a:avLst/>
          </a:prstGeom>
          <a:noFill/>
        </p:spPr>
        <p:txBody>
          <a:bodyPr wrap="square" rtlCol="0">
            <a:spAutoFit/>
          </a:bodyPr>
          <a:lstStyle/>
          <a:p>
            <a:pPr algn="just"/>
            <a:r>
              <a:rPr lang="en-IN" dirty="0"/>
              <a:t>Browse into the working folder and open </a:t>
            </a:r>
            <a:r>
              <a:rPr lang="en-IN" dirty="0" err="1"/>
              <a:t>ligand.pdbqt</a:t>
            </a:r>
            <a:r>
              <a:rPr lang="en-IN" dirty="0"/>
              <a:t>, which was also saved in one of the previous steps.</a:t>
            </a:r>
          </a:p>
        </p:txBody>
      </p:sp>
      <p:pic>
        <p:nvPicPr>
          <p:cNvPr id="4" name="Picture 3" descr="47.png"/>
          <p:cNvPicPr>
            <a:picLocks noChangeAspect="1"/>
          </p:cNvPicPr>
          <p:nvPr/>
        </p:nvPicPr>
        <p:blipFill>
          <a:blip r:embed="rId2"/>
          <a:stretch>
            <a:fillRect/>
          </a:stretch>
        </p:blipFill>
        <p:spPr>
          <a:xfrm>
            <a:off x="723600" y="900000"/>
            <a:ext cx="10311299" cy="56946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5" name="Picture 4" descr="48.png"/>
          <p:cNvPicPr>
            <a:picLocks noChangeAspect="1"/>
          </p:cNvPicPr>
          <p:nvPr/>
        </p:nvPicPr>
        <p:blipFill>
          <a:blip r:embed="rId2"/>
          <a:stretch>
            <a:fillRect/>
          </a:stretch>
        </p:blipFill>
        <p:spPr>
          <a:xfrm>
            <a:off x="723600" y="900000"/>
            <a:ext cx="10326924" cy="5686838"/>
          </a:xfrm>
          <a:prstGeom prst="rect">
            <a:avLst/>
          </a:prstGeom>
        </p:spPr>
      </p:pic>
      <p:sp>
        <p:nvSpPr>
          <p:cNvPr id="4" name="TextBox 3"/>
          <p:cNvSpPr txBox="1"/>
          <p:nvPr/>
        </p:nvSpPr>
        <p:spPr>
          <a:xfrm>
            <a:off x="635754" y="347663"/>
            <a:ext cx="11922958" cy="369332"/>
          </a:xfrm>
          <a:prstGeom prst="rect">
            <a:avLst/>
          </a:prstGeom>
          <a:noFill/>
        </p:spPr>
        <p:txBody>
          <a:bodyPr wrap="square" rtlCol="0">
            <a:spAutoFit/>
          </a:bodyPr>
          <a:lstStyle/>
          <a:p>
            <a:r>
              <a:rPr lang="en-IN" dirty="0"/>
              <a:t>Now both protein and </a:t>
            </a:r>
            <a:r>
              <a:rPr lang="en-IN" dirty="0" err="1"/>
              <a:t>ligand</a:t>
            </a:r>
            <a:r>
              <a:rPr lang="en-IN" dirty="0"/>
              <a:t> are loaded in the viewer.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4" name="Picture 3" descr="49.png"/>
          <p:cNvPicPr>
            <a:picLocks noChangeAspect="1"/>
          </p:cNvPicPr>
          <p:nvPr/>
        </p:nvPicPr>
        <p:blipFill>
          <a:blip r:embed="rId2"/>
          <a:stretch>
            <a:fillRect/>
          </a:stretch>
        </p:blipFill>
        <p:spPr>
          <a:xfrm>
            <a:off x="723600" y="900000"/>
            <a:ext cx="10311299" cy="5694650"/>
          </a:xfrm>
          <a:prstGeom prst="rect">
            <a:avLst/>
          </a:prstGeom>
        </p:spPr>
      </p:pic>
      <p:sp>
        <p:nvSpPr>
          <p:cNvPr id="5" name="TextBox 4"/>
          <p:cNvSpPr txBox="1"/>
          <p:nvPr/>
        </p:nvSpPr>
        <p:spPr>
          <a:xfrm>
            <a:off x="6136481" y="121207"/>
            <a:ext cx="6422232" cy="646331"/>
          </a:xfrm>
          <a:prstGeom prst="rect">
            <a:avLst/>
          </a:prstGeom>
          <a:noFill/>
        </p:spPr>
        <p:txBody>
          <a:bodyPr wrap="square" rtlCol="0">
            <a:spAutoFit/>
          </a:bodyPr>
          <a:lstStyle/>
          <a:p>
            <a:r>
              <a:rPr lang="en-IN" dirty="0"/>
              <a:t>In order to proceed further, we need to detect the protein residues that are interacting with the </a:t>
            </a:r>
            <a:r>
              <a:rPr lang="en-IN" dirty="0" err="1"/>
              <a:t>ligand</a:t>
            </a:r>
            <a:r>
              <a:rPr lang="en-IN" dirty="0"/>
              <a:t> as visualized in </a:t>
            </a:r>
            <a:r>
              <a:rPr lang="en-IN" dirty="0">
                <a:hlinkClick r:id="rId3" action="ppaction://hlinksldjump"/>
              </a:rPr>
              <a:t>Slide 4</a:t>
            </a:r>
            <a:r>
              <a:rPr lang="en-IN" dirty="0"/>
              <a:t>. </a:t>
            </a:r>
          </a:p>
        </p:txBody>
      </p:sp>
      <p:graphicFrame>
        <p:nvGraphicFramePr>
          <p:cNvPr id="7" name="Diagram 6"/>
          <p:cNvGraphicFramePr/>
          <p:nvPr/>
        </p:nvGraphicFramePr>
        <p:xfrm>
          <a:off x="990600" y="232489"/>
          <a:ext cx="5867399" cy="533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4" name="Picture 3" descr="50.png"/>
          <p:cNvPicPr>
            <a:picLocks noChangeAspect="1"/>
          </p:cNvPicPr>
          <p:nvPr/>
        </p:nvPicPr>
        <p:blipFill>
          <a:blip r:embed="rId2"/>
          <a:stretch>
            <a:fillRect/>
          </a:stretch>
        </p:blipFill>
        <p:spPr>
          <a:xfrm>
            <a:off x="723600" y="900001"/>
            <a:ext cx="10326924" cy="5702461"/>
          </a:xfrm>
          <a:prstGeom prst="rect">
            <a:avLst/>
          </a:prstGeom>
        </p:spPr>
      </p:pic>
      <p:pic>
        <p:nvPicPr>
          <p:cNvPr id="5" name="Picture 4" descr="55.1.png"/>
          <p:cNvPicPr>
            <a:picLocks noChangeAspect="1"/>
          </p:cNvPicPr>
          <p:nvPr/>
        </p:nvPicPr>
        <p:blipFill>
          <a:blip r:embed="rId3"/>
          <a:stretch>
            <a:fillRect/>
          </a:stretch>
        </p:blipFill>
        <p:spPr>
          <a:xfrm>
            <a:off x="1836387" y="3559971"/>
            <a:ext cx="1702927" cy="140609"/>
          </a:xfrm>
          <a:prstGeom prst="rect">
            <a:avLst/>
          </a:prstGeom>
        </p:spPr>
      </p:pic>
      <p:sp>
        <p:nvSpPr>
          <p:cNvPr id="7" name="Right Arrow 6"/>
          <p:cNvSpPr>
            <a:spLocks/>
          </p:cNvSpPr>
          <p:nvPr/>
        </p:nvSpPr>
        <p:spPr>
          <a:xfrm rot="13542534">
            <a:off x="1581252" y="4122404"/>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51.png"/>
          <p:cNvPicPr>
            <a:picLocks noChangeAspect="1"/>
          </p:cNvPicPr>
          <p:nvPr/>
        </p:nvPicPr>
        <p:blipFill>
          <a:blip r:embed="rId4"/>
          <a:stretch>
            <a:fillRect/>
          </a:stretch>
        </p:blipFill>
        <p:spPr>
          <a:xfrm>
            <a:off x="723600" y="900000"/>
            <a:ext cx="10311299" cy="5679026"/>
          </a:xfrm>
          <a:prstGeom prst="rect">
            <a:avLst/>
          </a:prstGeom>
        </p:spPr>
      </p:pic>
      <p:sp>
        <p:nvSpPr>
          <p:cNvPr id="9" name="TextBox 8"/>
          <p:cNvSpPr txBox="1"/>
          <p:nvPr/>
        </p:nvSpPr>
        <p:spPr>
          <a:xfrm>
            <a:off x="707193" y="255330"/>
            <a:ext cx="11851520" cy="369332"/>
          </a:xfrm>
          <a:prstGeom prst="rect">
            <a:avLst/>
          </a:prstGeom>
          <a:noFill/>
        </p:spPr>
        <p:txBody>
          <a:bodyPr wrap="square" rtlCol="0">
            <a:spAutoFit/>
          </a:bodyPr>
          <a:lstStyle/>
          <a:p>
            <a:r>
              <a:rPr lang="en-IN" dirty="0"/>
              <a:t>In the “Select From String” window, type the residue three letter code with their positions. Click on “Add”.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52.png"/>
          <p:cNvPicPr>
            <a:picLocks noChangeAspect="1"/>
          </p:cNvPicPr>
          <p:nvPr/>
        </p:nvPicPr>
        <p:blipFill>
          <a:blip r:embed="rId2"/>
          <a:stretch>
            <a:fillRect/>
          </a:stretch>
        </p:blipFill>
        <p:spPr>
          <a:xfrm>
            <a:off x="723600" y="900000"/>
            <a:ext cx="10311299" cy="5686838"/>
          </a:xfrm>
          <a:prstGeom prst="rect">
            <a:avLst/>
          </a:prstGeom>
        </p:spPr>
      </p:pic>
      <p:graphicFrame>
        <p:nvGraphicFramePr>
          <p:cNvPr id="4" name="Diagram 3"/>
          <p:cNvGraphicFramePr/>
          <p:nvPr/>
        </p:nvGraphicFramePr>
        <p:xfrm>
          <a:off x="990600" y="232489"/>
          <a:ext cx="5867399" cy="53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53.png"/>
          <p:cNvPicPr>
            <a:picLocks noChangeAspect="1"/>
          </p:cNvPicPr>
          <p:nvPr/>
        </p:nvPicPr>
        <p:blipFill>
          <a:blip r:embed="rId2"/>
          <a:stretch>
            <a:fillRect/>
          </a:stretch>
        </p:blipFill>
        <p:spPr>
          <a:xfrm>
            <a:off x="723600" y="900000"/>
            <a:ext cx="10311299" cy="5686838"/>
          </a:xfrm>
          <a:prstGeom prst="rect">
            <a:avLst/>
          </a:prstGeom>
        </p:spPr>
      </p:pic>
      <p:sp>
        <p:nvSpPr>
          <p:cNvPr id="4" name="Right Arrow 3"/>
          <p:cNvSpPr>
            <a:spLocks/>
          </p:cNvSpPr>
          <p:nvPr/>
        </p:nvSpPr>
        <p:spPr>
          <a:xfrm rot="13542534">
            <a:off x="2795699" y="3979528"/>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707193" y="255330"/>
            <a:ext cx="11851520" cy="369332"/>
          </a:xfrm>
          <a:prstGeom prst="rect">
            <a:avLst/>
          </a:prstGeom>
          <a:noFill/>
        </p:spPr>
        <p:txBody>
          <a:bodyPr wrap="square" rtlCol="0">
            <a:spAutoFit/>
          </a:bodyPr>
          <a:lstStyle/>
          <a:p>
            <a:r>
              <a:rPr lang="en-IN" dirty="0"/>
              <a:t>Click on OK on the “Display CPKs ” window with default values.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54.png"/>
          <p:cNvPicPr>
            <a:picLocks noChangeAspect="1"/>
          </p:cNvPicPr>
          <p:nvPr/>
        </p:nvPicPr>
        <p:blipFill>
          <a:blip r:embed="rId2"/>
          <a:stretch>
            <a:fillRect/>
          </a:stretch>
        </p:blipFill>
        <p:spPr>
          <a:xfrm>
            <a:off x="723600" y="900000"/>
            <a:ext cx="10326924" cy="5686838"/>
          </a:xfrm>
          <a:prstGeom prst="rect">
            <a:avLst/>
          </a:prstGeom>
        </p:spPr>
      </p:pic>
      <p:sp>
        <p:nvSpPr>
          <p:cNvPr id="4" name="Right Arrow 3"/>
          <p:cNvSpPr>
            <a:spLocks/>
          </p:cNvSpPr>
          <p:nvPr/>
        </p:nvSpPr>
        <p:spPr>
          <a:xfrm rot="13542534">
            <a:off x="2509945" y="4336718"/>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descr="55.png"/>
          <p:cNvPicPr>
            <a:picLocks noChangeAspect="1"/>
          </p:cNvPicPr>
          <p:nvPr/>
        </p:nvPicPr>
        <p:blipFill>
          <a:blip r:embed="rId3"/>
          <a:stretch>
            <a:fillRect/>
          </a:stretch>
        </p:blipFill>
        <p:spPr>
          <a:xfrm>
            <a:off x="723600" y="900000"/>
            <a:ext cx="10311299" cy="5686838"/>
          </a:xfrm>
          <a:prstGeom prst="rect">
            <a:avLst/>
          </a:prstGeom>
        </p:spPr>
      </p:pic>
      <p:sp>
        <p:nvSpPr>
          <p:cNvPr id="7" name="Right Arrow 6"/>
          <p:cNvSpPr>
            <a:spLocks/>
          </p:cNvSpPr>
          <p:nvPr/>
        </p:nvSpPr>
        <p:spPr>
          <a:xfrm rot="13542534">
            <a:off x="3510078" y="5551164"/>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707193" y="255330"/>
            <a:ext cx="11851520" cy="369332"/>
          </a:xfrm>
          <a:prstGeom prst="rect">
            <a:avLst/>
          </a:prstGeom>
          <a:noFill/>
        </p:spPr>
        <p:txBody>
          <a:bodyPr wrap="square" rtlCol="0">
            <a:spAutoFit/>
          </a:bodyPr>
          <a:lstStyle/>
          <a:p>
            <a:r>
              <a:rPr lang="en-IN" dirty="0"/>
              <a:t>Now, the residue of our interest become very much distinct from the rest of the protein molecule.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7" name="Picture 6" descr="56.png"/>
          <p:cNvPicPr>
            <a:picLocks noChangeAspect="1"/>
          </p:cNvPicPr>
          <p:nvPr/>
        </p:nvPicPr>
        <p:blipFill>
          <a:blip r:embed="rId2"/>
          <a:stretch>
            <a:fillRect/>
          </a:stretch>
        </p:blipFill>
        <p:spPr>
          <a:xfrm>
            <a:off x="723600" y="900000"/>
            <a:ext cx="10326924" cy="568683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9" name="Picture 8" descr="57.png"/>
          <p:cNvPicPr>
            <a:picLocks noChangeAspect="1"/>
          </p:cNvPicPr>
          <p:nvPr/>
        </p:nvPicPr>
        <p:blipFill>
          <a:blip r:embed="rId2"/>
          <a:stretch>
            <a:fillRect/>
          </a:stretch>
        </p:blipFill>
        <p:spPr>
          <a:xfrm>
            <a:off x="723602" y="900000"/>
            <a:ext cx="10334734" cy="5694650"/>
          </a:xfrm>
          <a:prstGeom prst="rect">
            <a:avLst/>
          </a:prstGeom>
        </p:spPr>
      </p:pic>
      <p:graphicFrame>
        <p:nvGraphicFramePr>
          <p:cNvPr id="4" name="Diagram 3"/>
          <p:cNvGraphicFramePr/>
          <p:nvPr/>
        </p:nvGraphicFramePr>
        <p:xfrm>
          <a:off x="990601" y="232489"/>
          <a:ext cx="3574244" cy="53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505265" y="228600"/>
            <a:ext cx="533401" cy="523220"/>
          </a:xfrm>
          <a:prstGeom prst="rect">
            <a:avLst/>
          </a:prstGeom>
          <a:noFill/>
        </p:spPr>
        <p:txBody>
          <a:bodyPr wrap="square" rtlCol="0">
            <a:spAutoFit/>
          </a:bodyPr>
          <a:lstStyle/>
          <a:p>
            <a:r>
              <a:rPr lang="en-IN" sz="2800" b="1" dirty="0"/>
              <a:t>3</a:t>
            </a:r>
            <a:r>
              <a:rPr lang="en-IN" sz="2800" dirty="0"/>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58.png"/>
          <p:cNvPicPr>
            <a:picLocks noChangeAspect="1"/>
          </p:cNvPicPr>
          <p:nvPr/>
        </p:nvPicPr>
        <p:blipFill>
          <a:blip r:embed="rId2"/>
          <a:stretch>
            <a:fillRect/>
          </a:stretch>
        </p:blipFill>
        <p:spPr>
          <a:xfrm>
            <a:off x="723600" y="900000"/>
            <a:ext cx="10311299" cy="5686838"/>
          </a:xfrm>
          <a:prstGeom prst="rect">
            <a:avLst/>
          </a:prstGeom>
        </p:spPr>
      </p:pic>
      <p:sp>
        <p:nvSpPr>
          <p:cNvPr id="4" name="TextBox 3"/>
          <p:cNvSpPr txBox="1"/>
          <p:nvPr/>
        </p:nvSpPr>
        <p:spPr>
          <a:xfrm>
            <a:off x="707192" y="338910"/>
            <a:ext cx="11715833" cy="400110"/>
          </a:xfrm>
          <a:prstGeom prst="rect">
            <a:avLst/>
          </a:prstGeom>
          <a:noFill/>
        </p:spPr>
        <p:txBody>
          <a:bodyPr wrap="square" rtlCol="0">
            <a:spAutoFit/>
          </a:bodyPr>
          <a:lstStyle/>
          <a:p>
            <a:pPr algn="just"/>
            <a:r>
              <a:rPr lang="en-IN" sz="2000" dirty="0"/>
              <a:t>A three dimensional cubic box will appear with “Grid Options” window.</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59.png"/>
          <p:cNvPicPr>
            <a:picLocks noChangeAspect="1"/>
          </p:cNvPicPr>
          <p:nvPr/>
        </p:nvPicPr>
        <p:blipFill>
          <a:blip r:embed="rId2"/>
          <a:stretch>
            <a:fillRect/>
          </a:stretch>
        </p:blipFill>
        <p:spPr>
          <a:xfrm>
            <a:off x="723599" y="900000"/>
            <a:ext cx="10319112" cy="5679026"/>
          </a:xfrm>
          <a:prstGeom prst="rect">
            <a:avLst/>
          </a:prstGeom>
        </p:spPr>
      </p:pic>
      <p:sp>
        <p:nvSpPr>
          <p:cNvPr id="4" name="TextBox 3"/>
          <p:cNvSpPr txBox="1"/>
          <p:nvPr/>
        </p:nvSpPr>
        <p:spPr>
          <a:xfrm>
            <a:off x="707192" y="202528"/>
            <a:ext cx="11715833" cy="707886"/>
          </a:xfrm>
          <a:prstGeom prst="rect">
            <a:avLst/>
          </a:prstGeom>
          <a:noFill/>
        </p:spPr>
        <p:txBody>
          <a:bodyPr wrap="square" rtlCol="0">
            <a:spAutoFit/>
          </a:bodyPr>
          <a:lstStyle/>
          <a:p>
            <a:pPr algn="just"/>
            <a:r>
              <a:rPr lang="en-IN" sz="2000" dirty="0"/>
              <a:t>Resize and reposition the box by using the “Grid Options” window so as to enclose the interacting residues within the box and save the new box by clicking on “Close saving current” on the “Grid Options” window.</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60.png"/>
          <p:cNvPicPr>
            <a:picLocks noChangeAspect="1"/>
          </p:cNvPicPr>
          <p:nvPr/>
        </p:nvPicPr>
        <p:blipFill>
          <a:blip r:embed="rId2"/>
          <a:stretch>
            <a:fillRect/>
          </a:stretch>
        </p:blipFill>
        <p:spPr>
          <a:xfrm>
            <a:off x="723602" y="900001"/>
            <a:ext cx="10303489" cy="5702461"/>
          </a:xfrm>
          <a:prstGeom prst="rect">
            <a:avLst/>
          </a:prstGeom>
        </p:spPr>
      </p:pic>
      <p:sp>
        <p:nvSpPr>
          <p:cNvPr id="4" name="TextBox 3"/>
          <p:cNvSpPr txBox="1"/>
          <p:nvPr/>
        </p:nvSpPr>
        <p:spPr>
          <a:xfrm>
            <a:off x="505265" y="228600"/>
            <a:ext cx="533401" cy="523220"/>
          </a:xfrm>
          <a:prstGeom prst="rect">
            <a:avLst/>
          </a:prstGeom>
          <a:noFill/>
        </p:spPr>
        <p:txBody>
          <a:bodyPr wrap="square" rtlCol="0">
            <a:spAutoFit/>
          </a:bodyPr>
          <a:lstStyle/>
          <a:p>
            <a:r>
              <a:rPr lang="en-IN" sz="2800" b="1" dirty="0"/>
              <a:t>5.</a:t>
            </a:r>
          </a:p>
        </p:txBody>
      </p:sp>
      <p:graphicFrame>
        <p:nvGraphicFramePr>
          <p:cNvPr id="5" name="Diagram 4"/>
          <p:cNvGraphicFramePr/>
          <p:nvPr/>
        </p:nvGraphicFramePr>
        <p:xfrm>
          <a:off x="1046873" y="304800"/>
          <a:ext cx="4668127" cy="485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5929354" y="338910"/>
            <a:ext cx="6493670" cy="400110"/>
          </a:xfrm>
          <a:prstGeom prst="rect">
            <a:avLst/>
          </a:prstGeom>
          <a:noFill/>
        </p:spPr>
        <p:txBody>
          <a:bodyPr wrap="square" rtlCol="0">
            <a:spAutoFit/>
          </a:bodyPr>
          <a:lstStyle/>
          <a:p>
            <a:pPr algn="just"/>
            <a:r>
              <a:rPr lang="en-IN" sz="2000" dirty="0"/>
              <a:t>Browse into the working folder and save the file as grid.gpf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61.png"/>
          <p:cNvPicPr>
            <a:picLocks noChangeAspect="1"/>
          </p:cNvPicPr>
          <p:nvPr/>
        </p:nvPicPr>
        <p:blipFill>
          <a:blip r:embed="rId2"/>
          <a:stretch>
            <a:fillRect/>
          </a:stretch>
        </p:blipFill>
        <p:spPr>
          <a:xfrm>
            <a:off x="723600" y="900000"/>
            <a:ext cx="10311299" cy="569465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62.png"/>
          <p:cNvPicPr>
            <a:picLocks noChangeAspect="1"/>
          </p:cNvPicPr>
          <p:nvPr/>
        </p:nvPicPr>
        <p:blipFill>
          <a:blip r:embed="rId2"/>
          <a:stretch>
            <a:fillRect/>
          </a:stretch>
        </p:blipFill>
        <p:spPr>
          <a:xfrm>
            <a:off x="723600" y="900000"/>
            <a:ext cx="10326924" cy="5694650"/>
          </a:xfrm>
          <a:prstGeom prst="rect">
            <a:avLst/>
          </a:prstGeom>
        </p:spPr>
      </p:pic>
      <p:graphicFrame>
        <p:nvGraphicFramePr>
          <p:cNvPr id="4" name="Diagram 3"/>
          <p:cNvGraphicFramePr/>
          <p:nvPr/>
        </p:nvGraphicFramePr>
        <p:xfrm>
          <a:off x="778631" y="267472"/>
          <a:ext cx="4668127" cy="485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6207919" y="338910"/>
            <a:ext cx="2428891" cy="400110"/>
          </a:xfrm>
          <a:prstGeom prst="rect">
            <a:avLst/>
          </a:prstGeom>
          <a:noFill/>
        </p:spPr>
        <p:txBody>
          <a:bodyPr wrap="square" rtlCol="0">
            <a:spAutoFit/>
          </a:bodyPr>
          <a:lstStyle/>
          <a:p>
            <a:pPr algn="just"/>
            <a:r>
              <a:rPr lang="en-IN" sz="2000" dirty="0"/>
              <a:t>Just to have a look:</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2689115" y="2885151"/>
            <a:ext cx="5747566" cy="369332"/>
          </a:xfrm>
          <a:prstGeom prst="rect">
            <a:avLst/>
          </a:prstGeom>
          <a:solidFill>
            <a:schemeClr val="accent2">
              <a:lumMod val="50000"/>
            </a:schemeClr>
          </a:solidFill>
        </p:spPr>
        <p:txBody>
          <a:bodyPr wrap="square" rtlCol="0">
            <a:spAutoFit/>
          </a:bodyPr>
          <a:lstStyle/>
          <a:p>
            <a:r>
              <a:rPr lang="en-IN" b="1" dirty="0">
                <a:solidFill>
                  <a:schemeClr val="bg1"/>
                </a:solidFill>
              </a:rPr>
              <a:t>Grid Parameter File Preparation		contd...</a:t>
            </a:r>
          </a:p>
        </p:txBody>
      </p:sp>
      <p:pic>
        <p:nvPicPr>
          <p:cNvPr id="3" name="Picture 2" descr="63.png"/>
          <p:cNvPicPr>
            <a:picLocks noChangeAspect="1"/>
          </p:cNvPicPr>
          <p:nvPr/>
        </p:nvPicPr>
        <p:blipFill>
          <a:blip r:embed="rId2"/>
          <a:stretch>
            <a:fillRect/>
          </a:stretch>
        </p:blipFill>
        <p:spPr>
          <a:xfrm>
            <a:off x="778631" y="1196166"/>
            <a:ext cx="9617347" cy="5296826"/>
          </a:xfrm>
          <a:prstGeom prst="rect">
            <a:avLst/>
          </a:prstGeom>
        </p:spPr>
      </p:pic>
      <p:sp>
        <p:nvSpPr>
          <p:cNvPr id="11" name="TextBox 10"/>
          <p:cNvSpPr txBox="1"/>
          <p:nvPr/>
        </p:nvSpPr>
        <p:spPr>
          <a:xfrm>
            <a:off x="850068" y="196034"/>
            <a:ext cx="11287204" cy="707886"/>
          </a:xfrm>
          <a:prstGeom prst="rect">
            <a:avLst/>
          </a:prstGeom>
          <a:noFill/>
        </p:spPr>
        <p:txBody>
          <a:bodyPr wrap="square" rtlCol="0">
            <a:spAutoFit/>
          </a:bodyPr>
          <a:lstStyle/>
          <a:p>
            <a:pPr algn="just"/>
            <a:r>
              <a:rPr lang="en-IN" sz="2000" dirty="0"/>
              <a:t>All those .map files are going to be produced when </a:t>
            </a:r>
            <a:r>
              <a:rPr lang="en-IN" sz="2000" dirty="0" err="1"/>
              <a:t>autogrid</a:t>
            </a:r>
            <a:r>
              <a:rPr lang="en-IN" sz="2000" dirty="0"/>
              <a:t> will run successfully.</a:t>
            </a:r>
          </a:p>
          <a:p>
            <a:pPr algn="just"/>
            <a:r>
              <a:rPr lang="en-IN" sz="2000" dirty="0"/>
              <a:t>It should be always ensured that after the word “receptor” there must be the protein </a:t>
            </a:r>
            <a:r>
              <a:rPr lang="en-IN" sz="2000" dirty="0" err="1"/>
              <a:t>pdbqt</a:t>
            </a:r>
            <a:r>
              <a:rPr lang="en-IN" sz="2000" dirty="0"/>
              <a:t> file specified.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093086" y="-375469"/>
            <a:ext cx="8229599" cy="1143000"/>
          </a:xfrm>
        </p:spPr>
        <p:txBody>
          <a:bodyPr>
            <a:normAutofit/>
          </a:bodyPr>
          <a:lstStyle/>
          <a:p>
            <a:r>
              <a:rPr lang="en-IN" sz="3600" b="1" dirty="0"/>
              <a:t>Running </a:t>
            </a:r>
            <a:r>
              <a:rPr lang="en-IN" sz="3600" b="1" dirty="0" err="1"/>
              <a:t>Autogrid</a:t>
            </a:r>
            <a:endParaRPr lang="en-IN" sz="3600" b="1" dirty="0"/>
          </a:p>
        </p:txBody>
      </p:sp>
      <p:sp>
        <p:nvSpPr>
          <p:cNvPr id="4" name="TextBox 3"/>
          <p:cNvSpPr txBox="1"/>
          <p:nvPr/>
        </p:nvSpPr>
        <p:spPr>
          <a:xfrm>
            <a:off x="421441" y="462730"/>
            <a:ext cx="11572956" cy="707886"/>
          </a:xfrm>
          <a:prstGeom prst="rect">
            <a:avLst/>
          </a:prstGeom>
          <a:noFill/>
        </p:spPr>
        <p:txBody>
          <a:bodyPr wrap="square" rtlCol="0">
            <a:spAutoFit/>
          </a:bodyPr>
          <a:lstStyle/>
          <a:p>
            <a:pPr algn="just"/>
            <a:r>
              <a:rPr lang="en-IN" sz="2000" dirty="0"/>
              <a:t>1. In order to run the </a:t>
            </a:r>
            <a:r>
              <a:rPr lang="en-IN" sz="2000" dirty="0" err="1"/>
              <a:t>autogrid</a:t>
            </a:r>
            <a:r>
              <a:rPr lang="en-IN" sz="2000" dirty="0"/>
              <a:t> program successfully, one need to find out the installation files of </a:t>
            </a:r>
            <a:r>
              <a:rPr lang="en-IN" sz="2000" dirty="0" err="1"/>
              <a:t>Autodock</a:t>
            </a:r>
            <a:r>
              <a:rPr lang="en-IN" sz="2000" dirty="0"/>
              <a:t> . They usually located in</a:t>
            </a:r>
          </a:p>
        </p:txBody>
      </p:sp>
      <p:pic>
        <p:nvPicPr>
          <p:cNvPr id="5" name="Picture 4" descr="autodock-path.png"/>
          <p:cNvPicPr>
            <a:picLocks noChangeAspect="1"/>
          </p:cNvPicPr>
          <p:nvPr/>
        </p:nvPicPr>
        <p:blipFill>
          <a:blip r:embed="rId2"/>
          <a:stretch>
            <a:fillRect/>
          </a:stretch>
        </p:blipFill>
        <p:spPr>
          <a:xfrm>
            <a:off x="5887509" y="1267605"/>
            <a:ext cx="6635981" cy="2928926"/>
          </a:xfrm>
          <a:prstGeom prst="rect">
            <a:avLst/>
          </a:prstGeom>
        </p:spPr>
      </p:pic>
      <p:sp>
        <p:nvSpPr>
          <p:cNvPr id="8" name="Rectangle 7"/>
          <p:cNvSpPr/>
          <p:nvPr/>
        </p:nvSpPr>
        <p:spPr>
          <a:xfrm>
            <a:off x="5850729" y="5181164"/>
            <a:ext cx="6500858" cy="1015663"/>
          </a:xfrm>
          <a:prstGeom prst="rect">
            <a:avLst/>
          </a:prstGeom>
        </p:spPr>
        <p:txBody>
          <a:bodyPr wrap="square">
            <a:spAutoFit/>
          </a:bodyPr>
          <a:lstStyle/>
          <a:p>
            <a:pPr algn="just"/>
            <a:r>
              <a:rPr lang="en-IN" sz="2000" dirty="0"/>
              <a:t>2. Next, command prompt is required to be opened and navigated in to the working folder where protein and </a:t>
            </a:r>
            <a:r>
              <a:rPr lang="en-IN" sz="2000" dirty="0" err="1"/>
              <a:t>ligand</a:t>
            </a:r>
            <a:r>
              <a:rPr lang="en-IN" sz="2000" dirty="0"/>
              <a:t> files are kept.</a:t>
            </a:r>
          </a:p>
        </p:txBody>
      </p:sp>
      <p:sp>
        <p:nvSpPr>
          <p:cNvPr id="9" name="Rectangle 8"/>
          <p:cNvSpPr/>
          <p:nvPr/>
        </p:nvSpPr>
        <p:spPr>
          <a:xfrm>
            <a:off x="2822437" y="782052"/>
            <a:ext cx="7162800" cy="369332"/>
          </a:xfrm>
          <a:prstGeom prst="rect">
            <a:avLst/>
          </a:prstGeom>
        </p:spPr>
        <p:txBody>
          <a:bodyPr wrap="square">
            <a:spAutoFit/>
          </a:bodyPr>
          <a:lstStyle/>
          <a:p>
            <a:r>
              <a:rPr lang="en-IN" b="1" dirty="0"/>
              <a:t>C:\Program Files (x86)\The Scripps Research Institute\</a:t>
            </a:r>
            <a:r>
              <a:rPr lang="en-IN" b="1" dirty="0" err="1"/>
              <a:t>Autodock</a:t>
            </a:r>
            <a:r>
              <a:rPr lang="en-IN" b="1" dirty="0"/>
              <a:t>\4.2.6</a:t>
            </a:r>
          </a:p>
        </p:txBody>
      </p:sp>
      <p:sp>
        <p:nvSpPr>
          <p:cNvPr id="10" name="Rectangle 9"/>
          <p:cNvSpPr/>
          <p:nvPr/>
        </p:nvSpPr>
        <p:spPr>
          <a:xfrm>
            <a:off x="2064514" y="753024"/>
            <a:ext cx="7929619" cy="1631216"/>
          </a:xfrm>
          <a:prstGeom prst="rect">
            <a:avLst/>
          </a:prstGeom>
        </p:spPr>
        <p:txBody>
          <a:bodyPr wrap="square">
            <a:spAutoFit/>
          </a:bodyPr>
          <a:lstStyle/>
          <a:p>
            <a:pPr algn="r">
              <a:spcAft>
                <a:spcPts val="2400"/>
              </a:spcAft>
            </a:pPr>
            <a:r>
              <a:rPr lang="en-IN" sz="2000" dirty="0"/>
              <a:t>as</a:t>
            </a:r>
          </a:p>
          <a:p>
            <a:r>
              <a:rPr lang="en-IN" sz="2000" i="1" dirty="0"/>
              <a:t>autodock4</a:t>
            </a:r>
          </a:p>
          <a:p>
            <a:r>
              <a:rPr lang="en-IN" sz="2000" dirty="0"/>
              <a:t>and</a:t>
            </a:r>
          </a:p>
          <a:p>
            <a:r>
              <a:rPr lang="en-IN" sz="2000" i="1" dirty="0"/>
              <a:t>autogrid4.</a:t>
            </a:r>
          </a:p>
        </p:txBody>
      </p:sp>
      <p:sp>
        <p:nvSpPr>
          <p:cNvPr id="11" name="Oval 10"/>
          <p:cNvSpPr/>
          <p:nvPr/>
        </p:nvSpPr>
        <p:spPr>
          <a:xfrm>
            <a:off x="7208051" y="2877344"/>
            <a:ext cx="1138238" cy="604838"/>
          </a:xfrm>
          <a:prstGeom prst="ellipse">
            <a:avLst/>
          </a:prstGeom>
          <a:solidFill>
            <a:srgbClr val="C00000">
              <a:alpha val="1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descr="64.png"/>
          <p:cNvPicPr>
            <a:picLocks noChangeAspect="1"/>
          </p:cNvPicPr>
          <p:nvPr/>
        </p:nvPicPr>
        <p:blipFill>
          <a:blip r:embed="rId3"/>
          <a:stretch>
            <a:fillRect/>
          </a:stretch>
        </p:blipFill>
        <p:spPr>
          <a:xfrm>
            <a:off x="64251" y="2982122"/>
            <a:ext cx="5812967" cy="3549511"/>
          </a:xfrm>
          <a:prstGeom prst="rect">
            <a:avLst/>
          </a:prstGeom>
        </p:spPr>
      </p:pic>
      <p:pic>
        <p:nvPicPr>
          <p:cNvPr id="15" name="Picture 14" descr="65.png"/>
          <p:cNvPicPr>
            <a:picLocks noChangeAspect="1"/>
          </p:cNvPicPr>
          <p:nvPr/>
        </p:nvPicPr>
        <p:blipFill>
          <a:blip r:embed="rId4"/>
          <a:stretch>
            <a:fillRect/>
          </a:stretch>
        </p:blipFill>
        <p:spPr>
          <a:xfrm>
            <a:off x="920375" y="3553620"/>
            <a:ext cx="2006245" cy="120032"/>
          </a:xfrm>
          <a:prstGeom prst="rect">
            <a:avLst/>
          </a:prstGeom>
        </p:spPr>
      </p:pic>
      <p:pic>
        <p:nvPicPr>
          <p:cNvPr id="16" name="Picture 15" descr="66.png"/>
          <p:cNvPicPr>
            <a:picLocks noChangeAspect="1"/>
          </p:cNvPicPr>
          <p:nvPr/>
        </p:nvPicPr>
        <p:blipFill>
          <a:blip r:embed="rId5"/>
          <a:stretch>
            <a:fillRect/>
          </a:stretch>
        </p:blipFill>
        <p:spPr>
          <a:xfrm>
            <a:off x="64251" y="2967602"/>
            <a:ext cx="5812967" cy="35580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iterate type="lt">
                                    <p:tmPct val="0"/>
                                  </p:iterate>
                                  <p:childTnLst>
                                    <p:set>
                                      <p:cBhvr>
                                        <p:cTn id="14" dur="1" fill="hold">
                                          <p:stCondLst>
                                            <p:cond delay="0"/>
                                          </p:stCondLst>
                                        </p:cTn>
                                        <p:tgtEl>
                                          <p:spTgt spid="11"/>
                                        </p:tgtEl>
                                        <p:attrNameLst>
                                          <p:attrName>style.visibility</p:attrName>
                                        </p:attrNameLst>
                                      </p:cBhvr>
                                      <p:to>
                                        <p:strVal val="visible"/>
                                      </p:to>
                                    </p:set>
                                    <p:anim calcmode="lin" valueType="num">
                                      <p:cBhvr>
                                        <p:cTn id="15" dur="1000" fill="hold"/>
                                        <p:tgtEl>
                                          <p:spTgt spid="11"/>
                                        </p:tgtEl>
                                        <p:attrNameLst>
                                          <p:attrName>ppt_w</p:attrName>
                                        </p:attrNameLst>
                                      </p:cBhvr>
                                      <p:tavLst>
                                        <p:tav tm="0">
                                          <p:val>
                                            <p:fltVal val="0"/>
                                          </p:val>
                                        </p:tav>
                                        <p:tav tm="100000">
                                          <p:val>
                                            <p:strVal val="#ppt_w"/>
                                          </p:val>
                                        </p:tav>
                                      </p:tavLst>
                                    </p:anim>
                                    <p:anim calcmode="lin" valueType="num">
                                      <p:cBhvr>
                                        <p:cTn id="16" dur="1000" fill="hold"/>
                                        <p:tgtEl>
                                          <p:spTgt spid="11"/>
                                        </p:tgtEl>
                                        <p:attrNameLst>
                                          <p:attrName>ppt_h</p:attrName>
                                        </p:attrNameLst>
                                      </p:cBhvr>
                                      <p:tavLst>
                                        <p:tav tm="0">
                                          <p:val>
                                            <p:fltVal val="0"/>
                                          </p:val>
                                        </p:tav>
                                        <p:tav tm="100000">
                                          <p:val>
                                            <p:strVal val="#ppt_h"/>
                                          </p:val>
                                        </p:tav>
                                      </p:tavLst>
                                    </p:anim>
                                    <p:animEffect transition="in" filter="fade">
                                      <p:cBhvr>
                                        <p:cTn id="17" dur="1000"/>
                                        <p:tgtEl>
                                          <p:spTgt spid="11"/>
                                        </p:tgtEl>
                                      </p:cBhvr>
                                    </p:animEffect>
                                  </p:childTnLst>
                                </p:cTn>
                              </p:par>
                            </p:childTnLst>
                          </p:cTn>
                        </p:par>
                        <p:par>
                          <p:cTn id="18" fill="hold">
                            <p:stCondLst>
                              <p:cond delay="1000"/>
                            </p:stCondLst>
                            <p:childTnLst>
                              <p:par>
                                <p:cTn id="19" presetID="29" presetClass="exit" presetSubtype="0" fill="hold" grpId="1" nodeType="afterEffect">
                                  <p:stCondLst>
                                    <p:cond delay="0"/>
                                  </p:stCondLst>
                                  <p:iterate type="lt">
                                    <p:tmPct val="0"/>
                                  </p:iterate>
                                  <p:childTnLst>
                                    <p:anim calcmode="lin" valueType="num">
                                      <p:cBhvr>
                                        <p:cTn id="20" dur="1000"/>
                                        <p:tgtEl>
                                          <p:spTgt spid="11"/>
                                        </p:tgtEl>
                                        <p:attrNameLst>
                                          <p:attrName>ppt_x</p:attrName>
                                        </p:attrNameLst>
                                      </p:cBhvr>
                                      <p:tavLst>
                                        <p:tav tm="0">
                                          <p:val>
                                            <p:strVal val="ppt_x"/>
                                          </p:val>
                                        </p:tav>
                                        <p:tav tm="100000">
                                          <p:val>
                                            <p:strVal val="ppt_x-.2"/>
                                          </p:val>
                                        </p:tav>
                                      </p:tavLst>
                                    </p:anim>
                                    <p:anim calcmode="lin" valueType="num">
                                      <p:cBhvr>
                                        <p:cTn id="21" dur="1000"/>
                                        <p:tgtEl>
                                          <p:spTgt spid="11"/>
                                        </p:tgtEl>
                                        <p:attrNameLst>
                                          <p:attrName>ppt_y</p:attrName>
                                        </p:attrNameLst>
                                      </p:cBhvr>
                                      <p:tavLst>
                                        <p:tav tm="0">
                                          <p:val>
                                            <p:strVal val="ppt_y"/>
                                          </p:val>
                                        </p:tav>
                                        <p:tav tm="100000">
                                          <p:val>
                                            <p:strVal val="ppt_y"/>
                                          </p:val>
                                        </p:tav>
                                      </p:tavLst>
                                    </p:anim>
                                    <p:animEffect transition="out" filter="fade">
                                      <p:cBhvr>
                                        <p:cTn id="22" dur="1000"/>
                                        <p:tgtEl>
                                          <p:spTgt spid="11"/>
                                        </p:tgtEl>
                                      </p:cBhvr>
                                    </p:animEffect>
                                    <p:set>
                                      <p:cBhvr>
                                        <p:cTn id="23" dur="1" fill="hold">
                                          <p:stCondLst>
                                            <p:cond delay="999"/>
                                          </p:stCondLst>
                                        </p:cTn>
                                        <p:tgtEl>
                                          <p:spTgt spid="11"/>
                                        </p:tgtEl>
                                        <p:attrNameLst>
                                          <p:attrName>style.visibility</p:attrName>
                                        </p:attrNameLst>
                                      </p:cBhvr>
                                      <p:to>
                                        <p:strVal val="hidden"/>
                                      </p:to>
                                    </p:set>
                                  </p:childTnLst>
                                </p:cTn>
                              </p:par>
                              <p:par>
                                <p:cTn id="24" presetID="27" presetClass="entr" presetSubtype="0" fill="hold" grpId="0" nodeType="withEffect">
                                  <p:stCondLst>
                                    <p:cond delay="0"/>
                                  </p:stCondLst>
                                  <p:iterate type="lt">
                                    <p:tmPct val="50000"/>
                                  </p:iterate>
                                  <p:childTnLst>
                                    <p:set>
                                      <p:cBhvr>
                                        <p:cTn id="25" dur="1" fill="hold">
                                          <p:stCondLst>
                                            <p:cond delay="0"/>
                                          </p:stCondLst>
                                        </p:cTn>
                                        <p:tgtEl>
                                          <p:spTgt spid="10"/>
                                        </p:tgtEl>
                                        <p:attrNameLst>
                                          <p:attrName>style.visibility</p:attrName>
                                        </p:attrNameLst>
                                      </p:cBhvr>
                                      <p:to>
                                        <p:strVal val="visible"/>
                                      </p:to>
                                    </p:set>
                                    <p:anim calcmode="discrete" valueType="clr">
                                      <p:cBhvr override="childStyle">
                                        <p:cTn id="26" dur="80"/>
                                        <p:tgtEl>
                                          <p:spTgt spid="10"/>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10"/>
                                        </p:tgtEl>
                                        <p:attrNameLst>
                                          <p:attrName>fillcolor</p:attrName>
                                        </p:attrNameLst>
                                      </p:cBhvr>
                                      <p:tavLst>
                                        <p:tav tm="0">
                                          <p:val>
                                            <p:clrVal>
                                              <a:schemeClr val="accent2"/>
                                            </p:clrVal>
                                          </p:val>
                                        </p:tav>
                                        <p:tav tm="50000">
                                          <p:val>
                                            <p:clrVal>
                                              <a:schemeClr val="hlink"/>
                                            </p:clrVal>
                                          </p:val>
                                        </p:tav>
                                      </p:tavLst>
                                    </p:anim>
                                    <p:set>
                                      <p:cBhvr>
                                        <p:cTn id="28" dur="80"/>
                                        <p:tgtEl>
                                          <p:spTgt spid="10"/>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8"/>
                                        </p:tgtEl>
                                        <p:attrNameLst>
                                          <p:attrName>style.visibility</p:attrName>
                                        </p:attrNameLst>
                                      </p:cBhvr>
                                      <p:to>
                                        <p:strVal val="visible"/>
                                      </p:to>
                                    </p:set>
                                    <p:anim calcmode="discrete" valueType="clr">
                                      <p:cBhvr override="childStyle">
                                        <p:cTn id="33"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8"/>
                                        </p:tgtEl>
                                        <p:attrNameLst>
                                          <p:attrName>fillcolor</p:attrName>
                                        </p:attrNameLst>
                                      </p:cBhvr>
                                      <p:tavLst>
                                        <p:tav tm="0">
                                          <p:val>
                                            <p:clrVal>
                                              <a:schemeClr val="accent2"/>
                                            </p:clrVal>
                                          </p:val>
                                        </p:tav>
                                        <p:tav tm="50000">
                                          <p:val>
                                            <p:clrVal>
                                              <a:schemeClr val="hlink"/>
                                            </p:clrVal>
                                          </p:val>
                                        </p:tav>
                                      </p:tavLst>
                                    </p:anim>
                                    <p:set>
                                      <p:cBhvr>
                                        <p:cTn id="35" dur="80"/>
                                        <p:tgtEl>
                                          <p:spTgt spid="8"/>
                                        </p:tgtEl>
                                        <p:attrNameLst>
                                          <p:attrName>fill.type</p:attrName>
                                        </p:attrNameLst>
                                      </p:cBhvr>
                                      <p:to>
                                        <p:strVal val="solid"/>
                                      </p:to>
                                    </p:se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1000"/>
                                        <p:tgtEl>
                                          <p:spTgt spid="15"/>
                                        </p:tgtEl>
                                      </p:cBhvr>
                                    </p:animEffect>
                                  </p:childTnLst>
                                </p:cTn>
                              </p:par>
                            </p:childTnLst>
                          </p:cTn>
                        </p:par>
                        <p:par>
                          <p:cTn id="44" fill="hold">
                            <p:stCondLst>
                              <p:cond delay="1000"/>
                            </p:stCondLst>
                            <p:childTnLst>
                              <p:par>
                                <p:cTn id="45" presetID="1" presetClass="entr" presetSubtype="0" fill="hold" nodeType="afterEffect">
                                  <p:stCondLst>
                                    <p:cond delay="100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1"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1785334" y="3102659"/>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Running </a:t>
            </a:r>
            <a:r>
              <a:rPr lang="en-IN" b="1" dirty="0" err="1">
                <a:solidFill>
                  <a:schemeClr val="bg1"/>
                </a:solidFill>
              </a:rPr>
              <a:t>Autogrid</a:t>
            </a:r>
            <a:r>
              <a:rPr lang="en-IN" b="1" dirty="0">
                <a:solidFill>
                  <a:schemeClr val="bg1"/>
                </a:solidFill>
              </a:rPr>
              <a:t>		contd...</a:t>
            </a:r>
          </a:p>
        </p:txBody>
      </p:sp>
      <p:pic>
        <p:nvPicPr>
          <p:cNvPr id="3" name="Picture 2" descr="67.png"/>
          <p:cNvPicPr>
            <a:picLocks noChangeAspect="1"/>
          </p:cNvPicPr>
          <p:nvPr/>
        </p:nvPicPr>
        <p:blipFill>
          <a:blip r:embed="rId2"/>
          <a:stretch>
            <a:fillRect/>
          </a:stretch>
        </p:blipFill>
        <p:spPr>
          <a:xfrm>
            <a:off x="492880" y="365808"/>
            <a:ext cx="8666103" cy="6077799"/>
          </a:xfrm>
          <a:prstGeom prst="rect">
            <a:avLst/>
          </a:prstGeom>
        </p:spPr>
      </p:pic>
      <p:pic>
        <p:nvPicPr>
          <p:cNvPr id="4" name="Picture 3" descr="67.1.png"/>
          <p:cNvPicPr>
            <a:picLocks noChangeAspect="1"/>
          </p:cNvPicPr>
          <p:nvPr/>
        </p:nvPicPr>
        <p:blipFill>
          <a:blip r:embed="rId3"/>
          <a:stretch>
            <a:fillRect/>
          </a:stretch>
        </p:blipFill>
        <p:spPr>
          <a:xfrm>
            <a:off x="1407600" y="4295897"/>
            <a:ext cx="6769410" cy="314369"/>
          </a:xfrm>
          <a:prstGeom prst="rect">
            <a:avLst/>
          </a:prstGeom>
        </p:spPr>
      </p:pic>
      <p:pic>
        <p:nvPicPr>
          <p:cNvPr id="5" name="Picture 4" descr="54.1.png"/>
          <p:cNvPicPr>
            <a:picLocks noChangeAspect="1"/>
          </p:cNvPicPr>
          <p:nvPr/>
        </p:nvPicPr>
        <p:blipFill>
          <a:blip r:embed="rId4"/>
          <a:stretch>
            <a:fillRect/>
          </a:stretch>
        </p:blipFill>
        <p:spPr>
          <a:xfrm>
            <a:off x="4993472" y="4453740"/>
            <a:ext cx="1969525" cy="157143"/>
          </a:xfrm>
          <a:prstGeom prst="rect">
            <a:avLst/>
          </a:prstGeom>
        </p:spPr>
      </p:pic>
      <p:sp>
        <p:nvSpPr>
          <p:cNvPr id="7" name="Down Arrow 6"/>
          <p:cNvSpPr/>
          <p:nvPr/>
        </p:nvSpPr>
        <p:spPr>
          <a:xfrm>
            <a:off x="3850464" y="2982116"/>
            <a:ext cx="152399" cy="1285884"/>
          </a:xfrm>
          <a:prstGeom prst="downArrow">
            <a:avLst/>
          </a:prstGeom>
          <a:solidFill>
            <a:srgbClr val="FF0000">
              <a:alpha val="80000"/>
            </a:srgbClr>
          </a:solidFill>
          <a:ln w="12700">
            <a:gradFill flip="none" rotWithShape="1">
              <a:gsLst>
                <a:gs pos="0">
                  <a:srgbClr val="FF3399"/>
                </a:gs>
                <a:gs pos="25000">
                  <a:srgbClr val="FF6633"/>
                </a:gs>
                <a:gs pos="50000">
                  <a:srgbClr val="FFFF00"/>
                </a:gs>
                <a:gs pos="75000">
                  <a:srgbClr val="01A78F"/>
                </a:gs>
                <a:gs pos="100000">
                  <a:srgbClr val="3366FF"/>
                </a:gs>
              </a:gsLst>
              <a:lin ang="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136216" y="3196430"/>
            <a:ext cx="2590800" cy="369332"/>
          </a:xfrm>
          <a:prstGeom prst="rect">
            <a:avLst/>
          </a:prstGeom>
          <a:noFill/>
        </p:spPr>
        <p:txBody>
          <a:bodyPr wrap="square" rtlCol="0">
            <a:spAutoFit/>
          </a:bodyPr>
          <a:lstStyle/>
          <a:p>
            <a:r>
              <a:rPr lang="en-IN" dirty="0">
                <a:solidFill>
                  <a:srgbClr val="FF0000"/>
                </a:solidFill>
              </a:rPr>
              <a:t>Drag &amp; drop</a:t>
            </a:r>
          </a:p>
        </p:txBody>
      </p:sp>
      <p:sp>
        <p:nvSpPr>
          <p:cNvPr id="9" name="TextBox 8"/>
          <p:cNvSpPr txBox="1"/>
          <p:nvPr/>
        </p:nvSpPr>
        <p:spPr>
          <a:xfrm>
            <a:off x="10201291" y="2841399"/>
            <a:ext cx="1371600" cy="830997"/>
          </a:xfrm>
          <a:prstGeom prst="rect">
            <a:avLst/>
          </a:prstGeom>
          <a:noFill/>
        </p:spPr>
        <p:txBody>
          <a:bodyPr wrap="square" rtlCol="0">
            <a:spAutoFit/>
          </a:bodyPr>
          <a:lstStyle/>
          <a:p>
            <a:pPr algn="ctr"/>
            <a:r>
              <a:rPr lang="en-IN" sz="2400" b="1" dirty="0"/>
              <a:t>&amp;</a:t>
            </a:r>
          </a:p>
          <a:p>
            <a:pPr algn="ctr"/>
            <a:r>
              <a:rPr lang="en-IN" sz="2400" b="1" dirty="0"/>
              <a:t>Type</a:t>
            </a:r>
          </a:p>
        </p:txBody>
      </p:sp>
      <p:sp>
        <p:nvSpPr>
          <p:cNvPr id="10" name="TextBox 9"/>
          <p:cNvSpPr txBox="1"/>
          <p:nvPr/>
        </p:nvSpPr>
        <p:spPr>
          <a:xfrm>
            <a:off x="9358312" y="4410877"/>
            <a:ext cx="3200401" cy="461665"/>
          </a:xfrm>
          <a:prstGeom prst="rect">
            <a:avLst/>
          </a:prstGeom>
          <a:noFill/>
        </p:spPr>
        <p:txBody>
          <a:bodyPr wrap="square" rtlCol="0">
            <a:spAutoFit/>
          </a:bodyPr>
          <a:lstStyle/>
          <a:p>
            <a:pPr algn="just"/>
            <a:r>
              <a:rPr lang="en-IN" sz="2400" b="1" dirty="0"/>
              <a:t>–p  grid.gpf  –l  grid.glg</a:t>
            </a:r>
          </a:p>
        </p:txBody>
      </p:sp>
      <p:sp>
        <p:nvSpPr>
          <p:cNvPr id="11" name="Rectangle 10"/>
          <p:cNvSpPr/>
          <p:nvPr/>
        </p:nvSpPr>
        <p:spPr>
          <a:xfrm>
            <a:off x="9279752" y="801421"/>
            <a:ext cx="3214711" cy="1631216"/>
          </a:xfrm>
          <a:prstGeom prst="rect">
            <a:avLst/>
          </a:prstGeom>
        </p:spPr>
        <p:txBody>
          <a:bodyPr wrap="square">
            <a:spAutoFit/>
          </a:bodyPr>
          <a:lstStyle/>
          <a:p>
            <a:r>
              <a:rPr lang="en-IN" sz="2000" dirty="0"/>
              <a:t>3. “Restore Down” both the windows and then drag the </a:t>
            </a:r>
            <a:r>
              <a:rPr lang="en-IN" sz="2000" i="1" dirty="0"/>
              <a:t>autogrid4</a:t>
            </a:r>
            <a:r>
              <a:rPr lang="en-IN" sz="2000" dirty="0"/>
              <a:t> program from its installation path to the command prompt.</a:t>
            </a:r>
          </a:p>
        </p:txBody>
      </p:sp>
      <p:sp>
        <p:nvSpPr>
          <p:cNvPr id="12" name="Rectangle 11"/>
          <p:cNvSpPr/>
          <p:nvPr/>
        </p:nvSpPr>
        <p:spPr>
          <a:xfrm>
            <a:off x="9351190" y="5053818"/>
            <a:ext cx="3214711" cy="1323439"/>
          </a:xfrm>
          <a:prstGeom prst="rect">
            <a:avLst/>
          </a:prstGeom>
        </p:spPr>
        <p:txBody>
          <a:bodyPr wrap="square">
            <a:spAutoFit/>
          </a:bodyPr>
          <a:lstStyle/>
          <a:p>
            <a:r>
              <a:rPr lang="en-IN" sz="2000" dirty="0"/>
              <a:t>Where, grid.glg will be the log file for the </a:t>
            </a:r>
            <a:r>
              <a:rPr lang="en-IN" sz="2000" dirty="0" err="1"/>
              <a:t>autogrid</a:t>
            </a:r>
            <a:r>
              <a:rPr lang="en-IN" sz="2000" dirty="0"/>
              <a:t> run.</a:t>
            </a:r>
          </a:p>
          <a:p>
            <a:endParaRPr lang="en-IN" sz="2000" dirty="0"/>
          </a:p>
          <a:p>
            <a:r>
              <a:rPr lang="en-IN" sz="2000" dirty="0"/>
              <a:t>Press Enter on the keyboard.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0" end="0"/>
                                            </p:txEl>
                                          </p:spTgt>
                                        </p:tgtEl>
                                        <p:attrNameLst>
                                          <p:attrName>style.visibility</p:attrName>
                                        </p:attrNameLst>
                                      </p:cBhvr>
                                      <p:to>
                                        <p:strVal val="visible"/>
                                      </p:to>
                                    </p:set>
                                    <p:animEffect transition="in" filter="fade">
                                      <p:cBhvr>
                                        <p:cTn id="16" dur="2000"/>
                                        <p:tgtEl>
                                          <p:spTgt spid="9">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Effect transition="in" filter="fade">
                                      <p:cBhvr>
                                        <p:cTn id="19" dur="2000"/>
                                        <p:tgtEl>
                                          <p:spTgt spid="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2000"/>
                                        <p:tgtEl>
                                          <p:spTgt spid="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rot="16200000">
            <a:off x="-1785334" y="3102659"/>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Running </a:t>
            </a:r>
            <a:r>
              <a:rPr lang="en-IN" b="1" dirty="0" err="1">
                <a:solidFill>
                  <a:schemeClr val="bg1"/>
                </a:solidFill>
              </a:rPr>
              <a:t>Autogrid</a:t>
            </a:r>
            <a:r>
              <a:rPr lang="en-IN" b="1" dirty="0">
                <a:solidFill>
                  <a:schemeClr val="bg1"/>
                </a:solidFill>
              </a:rPr>
              <a:t>		contd...</a:t>
            </a:r>
          </a:p>
        </p:txBody>
      </p:sp>
      <p:pic>
        <p:nvPicPr>
          <p:cNvPr id="3" name="Picture 2" descr="68.png"/>
          <p:cNvPicPr>
            <a:picLocks noChangeAspect="1"/>
          </p:cNvPicPr>
          <p:nvPr/>
        </p:nvPicPr>
        <p:blipFill>
          <a:blip r:embed="rId2"/>
          <a:stretch>
            <a:fillRect/>
          </a:stretch>
        </p:blipFill>
        <p:spPr>
          <a:xfrm>
            <a:off x="1207259" y="833465"/>
            <a:ext cx="10231279" cy="5649114"/>
          </a:xfrm>
          <a:prstGeom prst="rect">
            <a:avLst/>
          </a:prstGeom>
        </p:spPr>
      </p:pic>
      <p:sp>
        <p:nvSpPr>
          <p:cNvPr id="4" name="Rounded Rectangle 3"/>
          <p:cNvSpPr/>
          <p:nvPr/>
        </p:nvSpPr>
        <p:spPr>
          <a:xfrm>
            <a:off x="2893873" y="3086517"/>
            <a:ext cx="1571636" cy="2428892"/>
          </a:xfrm>
          <a:prstGeom prst="roundRect">
            <a:avLst/>
          </a:prstGeom>
          <a:solidFill>
            <a:srgbClr val="C00000">
              <a:alpha val="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533400" y="124596"/>
            <a:ext cx="11746748" cy="707886"/>
          </a:xfrm>
          <a:prstGeom prst="rect">
            <a:avLst/>
          </a:prstGeom>
          <a:noFill/>
        </p:spPr>
        <p:txBody>
          <a:bodyPr wrap="square" rtlCol="0">
            <a:spAutoFit/>
          </a:bodyPr>
          <a:lstStyle/>
          <a:p>
            <a:pPr algn="just"/>
            <a:r>
              <a:rPr lang="en-IN" sz="2000" dirty="0"/>
              <a:t>Upon successful completion of </a:t>
            </a:r>
            <a:r>
              <a:rPr lang="en-IN" sz="2000" dirty="0" err="1"/>
              <a:t>autogrid</a:t>
            </a:r>
            <a:r>
              <a:rPr lang="en-IN" sz="2000" dirty="0"/>
              <a:t>, active site of the receptor has been mapped for the </a:t>
            </a:r>
            <a:r>
              <a:rPr lang="en-IN" sz="2000" dirty="0" err="1"/>
              <a:t>ligand</a:t>
            </a:r>
            <a:r>
              <a:rPr lang="en-IN" sz="2000" dirty="0"/>
              <a:t>, as observed that .</a:t>
            </a:r>
            <a:r>
              <a:rPr lang="en-IN" sz="2000" dirty="0" err="1"/>
              <a:t>glg</a:t>
            </a:r>
            <a:r>
              <a:rPr lang="en-IN" sz="2000" dirty="0"/>
              <a:t> and .map files are produced.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35815" y="-228599"/>
            <a:ext cx="8229599" cy="1143000"/>
          </a:xfrm>
        </p:spPr>
        <p:txBody>
          <a:bodyPr>
            <a:normAutofit/>
          </a:bodyPr>
          <a:lstStyle/>
          <a:p>
            <a:r>
              <a:rPr lang="en-IN" sz="3600" b="1" dirty="0"/>
              <a:t>Docking Parameter File Preparation</a:t>
            </a:r>
          </a:p>
        </p:txBody>
      </p:sp>
      <p:graphicFrame>
        <p:nvGraphicFramePr>
          <p:cNvPr id="4" name="Diagram 3"/>
          <p:cNvGraphicFramePr/>
          <p:nvPr/>
        </p:nvGraphicFramePr>
        <p:xfrm>
          <a:off x="1064382" y="624662"/>
          <a:ext cx="6649328" cy="4853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591456" y="624663"/>
            <a:ext cx="685800" cy="461665"/>
          </a:xfrm>
          <a:prstGeom prst="rect">
            <a:avLst/>
          </a:prstGeom>
          <a:noFill/>
        </p:spPr>
        <p:txBody>
          <a:bodyPr wrap="square" rtlCol="0">
            <a:spAutoFit/>
          </a:bodyPr>
          <a:lstStyle/>
          <a:p>
            <a:r>
              <a:rPr lang="en-IN" sz="2400" b="1" dirty="0"/>
              <a:t>1.</a:t>
            </a:r>
          </a:p>
        </p:txBody>
      </p:sp>
      <p:pic>
        <p:nvPicPr>
          <p:cNvPr id="7" name="Picture 6" descr="70.png"/>
          <p:cNvPicPr>
            <a:picLocks noChangeAspect="1"/>
          </p:cNvPicPr>
          <p:nvPr/>
        </p:nvPicPr>
        <p:blipFill>
          <a:blip r:embed="rId7"/>
          <a:stretch>
            <a:fillRect/>
          </a:stretch>
        </p:blipFill>
        <p:spPr>
          <a:xfrm>
            <a:off x="2493144" y="1196167"/>
            <a:ext cx="8415638" cy="4672506"/>
          </a:xfrm>
          <a:prstGeom prst="rect">
            <a:avLst/>
          </a:prstGeom>
        </p:spPr>
      </p:pic>
      <p:sp>
        <p:nvSpPr>
          <p:cNvPr id="8" name="TextBox 7"/>
          <p:cNvSpPr txBox="1"/>
          <p:nvPr/>
        </p:nvSpPr>
        <p:spPr>
          <a:xfrm>
            <a:off x="421441" y="5970727"/>
            <a:ext cx="11746748" cy="400110"/>
          </a:xfrm>
          <a:prstGeom prst="rect">
            <a:avLst/>
          </a:prstGeom>
          <a:noFill/>
        </p:spPr>
        <p:txBody>
          <a:bodyPr wrap="square" rtlCol="0">
            <a:spAutoFit/>
          </a:bodyPr>
          <a:lstStyle/>
          <a:p>
            <a:pPr algn="just"/>
            <a:r>
              <a:rPr lang="en-IN" sz="2000" dirty="0"/>
              <a:t>Following are the un-edited snapshots taken during docking parameter file preparation.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71.png"/>
          <p:cNvPicPr>
            <a:picLocks noChangeAspect="1"/>
          </p:cNvPicPr>
          <p:nvPr/>
        </p:nvPicPr>
        <p:blipFill>
          <a:blip r:embed="rId3"/>
          <a:stretch>
            <a:fillRect/>
          </a:stretch>
        </p:blipFill>
        <p:spPr>
          <a:xfrm>
            <a:off x="2" y="0"/>
            <a:ext cx="13012966" cy="731622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72.png"/>
          <p:cNvPicPr>
            <a:picLocks noChangeAspect="1"/>
          </p:cNvPicPr>
          <p:nvPr/>
        </p:nvPicPr>
        <p:blipFill>
          <a:blip r:embed="rId2"/>
          <a:stretch>
            <a:fillRect/>
          </a:stretch>
        </p:blipFill>
        <p:spPr>
          <a:xfrm>
            <a:off x="2" y="0"/>
            <a:ext cx="13012966" cy="731622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73.png"/>
          <p:cNvPicPr>
            <a:picLocks noChangeAspect="1"/>
          </p:cNvPicPr>
          <p:nvPr/>
        </p:nvPicPr>
        <p:blipFill>
          <a:blip r:embed="rId2"/>
          <a:stretch>
            <a:fillRect/>
          </a:stretch>
        </p:blipFill>
        <p:spPr>
          <a:xfrm>
            <a:off x="2" y="0"/>
            <a:ext cx="13012966" cy="7316222"/>
          </a:xfrm>
          <a:prstGeom prst="rect">
            <a:avLst/>
          </a:prstGeom>
        </p:spPr>
      </p:pic>
      <p:sp>
        <p:nvSpPr>
          <p:cNvPr id="4" name="Right Arrow 3"/>
          <p:cNvSpPr>
            <a:spLocks/>
          </p:cNvSpPr>
          <p:nvPr/>
        </p:nvSpPr>
        <p:spPr>
          <a:xfrm rot="13542534">
            <a:off x="1652690" y="3836653"/>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74.png"/>
          <p:cNvPicPr>
            <a:picLocks noChangeAspect="1"/>
          </p:cNvPicPr>
          <p:nvPr/>
        </p:nvPicPr>
        <p:blipFill>
          <a:blip r:embed="rId2"/>
          <a:stretch>
            <a:fillRect/>
          </a:stretch>
        </p:blipFill>
        <p:spPr>
          <a:xfrm>
            <a:off x="2" y="0"/>
            <a:ext cx="13012966" cy="7316222"/>
          </a:xfrm>
          <a:prstGeom prst="rect">
            <a:avLst/>
          </a:prstGeom>
        </p:spPr>
      </p:pic>
      <p:sp>
        <p:nvSpPr>
          <p:cNvPr id="4" name="Right Arrow 3"/>
          <p:cNvSpPr>
            <a:spLocks/>
          </p:cNvSpPr>
          <p:nvPr/>
        </p:nvSpPr>
        <p:spPr>
          <a:xfrm rot="13542534">
            <a:off x="2295631" y="3050835"/>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75.png"/>
          <p:cNvPicPr>
            <a:picLocks noChangeAspect="1"/>
          </p:cNvPicPr>
          <p:nvPr/>
        </p:nvPicPr>
        <p:blipFill>
          <a:blip r:embed="rId2"/>
          <a:stretch>
            <a:fillRect/>
          </a:stretch>
        </p:blipFill>
        <p:spPr>
          <a:xfrm>
            <a:off x="2" y="0"/>
            <a:ext cx="13012966" cy="731622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76.png"/>
          <p:cNvPicPr>
            <a:picLocks noChangeAspect="1"/>
          </p:cNvPicPr>
          <p:nvPr/>
        </p:nvPicPr>
        <p:blipFill>
          <a:blip r:embed="rId2"/>
          <a:stretch>
            <a:fillRect/>
          </a:stretch>
        </p:blipFill>
        <p:spPr>
          <a:xfrm>
            <a:off x="2" y="0"/>
            <a:ext cx="13012966" cy="731622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77.png"/>
          <p:cNvPicPr>
            <a:picLocks noChangeAspect="1"/>
          </p:cNvPicPr>
          <p:nvPr/>
        </p:nvPicPr>
        <p:blipFill>
          <a:blip r:embed="rId2"/>
          <a:stretch>
            <a:fillRect/>
          </a:stretch>
        </p:blipFill>
        <p:spPr>
          <a:xfrm>
            <a:off x="2" y="0"/>
            <a:ext cx="13012966" cy="7316222"/>
          </a:xfrm>
          <a:prstGeom prst="rect">
            <a:avLst/>
          </a:prstGeom>
        </p:spPr>
      </p:pic>
      <p:sp>
        <p:nvSpPr>
          <p:cNvPr id="3" name="Right Arrow 2"/>
          <p:cNvSpPr>
            <a:spLocks/>
          </p:cNvSpPr>
          <p:nvPr/>
        </p:nvSpPr>
        <p:spPr>
          <a:xfrm rot="13542534">
            <a:off x="2295631" y="4336718"/>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78.png"/>
          <p:cNvPicPr>
            <a:picLocks noChangeAspect="1"/>
          </p:cNvPicPr>
          <p:nvPr/>
        </p:nvPicPr>
        <p:blipFill>
          <a:blip r:embed="rId2"/>
          <a:stretch>
            <a:fillRect/>
          </a:stretch>
        </p:blipFill>
        <p:spPr>
          <a:xfrm>
            <a:off x="2" y="0"/>
            <a:ext cx="13012966" cy="7316222"/>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79.png"/>
          <p:cNvPicPr>
            <a:picLocks noChangeAspect="1"/>
          </p:cNvPicPr>
          <p:nvPr/>
        </p:nvPicPr>
        <p:blipFill>
          <a:blip r:embed="rId2"/>
          <a:stretch>
            <a:fillRect/>
          </a:stretch>
        </p:blipFill>
        <p:spPr>
          <a:xfrm>
            <a:off x="2" y="0"/>
            <a:ext cx="13012966" cy="7316222"/>
          </a:xfrm>
          <a:prstGeom prst="rect">
            <a:avLst/>
          </a:prstGeom>
        </p:spPr>
      </p:pic>
      <p:sp>
        <p:nvSpPr>
          <p:cNvPr id="3" name="Right Arrow 2"/>
          <p:cNvSpPr>
            <a:spLocks/>
          </p:cNvSpPr>
          <p:nvPr/>
        </p:nvSpPr>
        <p:spPr>
          <a:xfrm rot="13542534">
            <a:off x="2152755" y="2122141"/>
            <a:ext cx="257546" cy="155501"/>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0.png"/>
          <p:cNvPicPr>
            <a:picLocks noChangeAspect="1"/>
          </p:cNvPicPr>
          <p:nvPr/>
        </p:nvPicPr>
        <p:blipFill>
          <a:blip r:embed="rId2"/>
          <a:stretch>
            <a:fillRect/>
          </a:stretch>
        </p:blipFill>
        <p:spPr>
          <a:xfrm>
            <a:off x="2" y="0"/>
            <a:ext cx="13012966" cy="7316222"/>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1.png"/>
          <p:cNvPicPr>
            <a:picLocks noChangeAspect="1"/>
          </p:cNvPicPr>
          <p:nvPr/>
        </p:nvPicPr>
        <p:blipFill>
          <a:blip r:embed="rId2"/>
          <a:stretch>
            <a:fillRect/>
          </a:stretch>
        </p:blipFill>
        <p:spPr>
          <a:xfrm>
            <a:off x="2" y="0"/>
            <a:ext cx="13012966" cy="731622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66_00.png"/>
          <p:cNvPicPr>
            <a:picLocks noChangeAspect="1"/>
          </p:cNvPicPr>
          <p:nvPr/>
        </p:nvPicPr>
        <p:blipFill>
          <a:blip r:embed="rId2"/>
          <a:stretch>
            <a:fillRect/>
          </a:stretch>
        </p:blipFill>
        <p:spPr>
          <a:xfrm>
            <a:off x="990600" y="990600"/>
            <a:ext cx="7071429" cy="6197144"/>
          </a:xfrm>
          <a:prstGeom prst="rect">
            <a:avLst/>
          </a:prstGeom>
        </p:spPr>
      </p:pic>
      <p:sp>
        <p:nvSpPr>
          <p:cNvPr id="3" name="Title 1"/>
          <p:cNvSpPr>
            <a:spLocks noGrp="1"/>
          </p:cNvSpPr>
          <p:nvPr>
            <p:ph type="title"/>
          </p:nvPr>
        </p:nvSpPr>
        <p:spPr>
          <a:xfrm>
            <a:off x="457201" y="-228599"/>
            <a:ext cx="8229599" cy="1143000"/>
          </a:xfrm>
        </p:spPr>
        <p:txBody>
          <a:bodyPr>
            <a:normAutofit/>
          </a:bodyPr>
          <a:lstStyle/>
          <a:p>
            <a:r>
              <a:rPr lang="en-IN" sz="3600" b="1" dirty="0"/>
              <a:t>Running </a:t>
            </a:r>
            <a:r>
              <a:rPr lang="en-IN" sz="3600" b="1" dirty="0" err="1"/>
              <a:t>Autodock</a:t>
            </a:r>
            <a:endParaRPr lang="en-IN" sz="3600" b="1" dirty="0"/>
          </a:p>
        </p:txBody>
      </p:sp>
      <p:sp>
        <p:nvSpPr>
          <p:cNvPr id="4" name="Rectangle 3"/>
          <p:cNvSpPr/>
          <p:nvPr/>
        </p:nvSpPr>
        <p:spPr>
          <a:xfrm>
            <a:off x="381000" y="609600"/>
            <a:ext cx="8763000" cy="400110"/>
          </a:xfrm>
          <a:prstGeom prst="rect">
            <a:avLst/>
          </a:prstGeom>
        </p:spPr>
        <p:txBody>
          <a:bodyPr wrap="square">
            <a:spAutoFit/>
          </a:bodyPr>
          <a:lstStyle/>
          <a:p>
            <a:r>
              <a:rPr lang="en-IN" sz="2000" dirty="0"/>
              <a:t>Drag the </a:t>
            </a:r>
            <a:r>
              <a:rPr lang="en-IN" sz="2000" i="1" dirty="0"/>
              <a:t>autodock4</a:t>
            </a:r>
            <a:r>
              <a:rPr lang="en-IN" sz="2000" dirty="0"/>
              <a:t> program from its installation path to the command prompt.</a:t>
            </a:r>
          </a:p>
        </p:txBody>
      </p:sp>
      <p:pic>
        <p:nvPicPr>
          <p:cNvPr id="5" name="Picture 4" descr="66_01.png"/>
          <p:cNvPicPr>
            <a:picLocks noChangeAspect="1"/>
          </p:cNvPicPr>
          <p:nvPr/>
        </p:nvPicPr>
        <p:blipFill>
          <a:blip r:embed="rId3"/>
          <a:stretch>
            <a:fillRect/>
          </a:stretch>
        </p:blipFill>
        <p:spPr>
          <a:xfrm>
            <a:off x="1744980" y="4381501"/>
            <a:ext cx="5485716" cy="282857"/>
          </a:xfrm>
          <a:prstGeom prst="rect">
            <a:avLst/>
          </a:prstGeom>
        </p:spPr>
      </p:pic>
      <p:sp>
        <p:nvSpPr>
          <p:cNvPr id="6" name="Down Arrow 5"/>
          <p:cNvSpPr/>
          <p:nvPr/>
        </p:nvSpPr>
        <p:spPr>
          <a:xfrm>
            <a:off x="4114800" y="2971800"/>
            <a:ext cx="152399" cy="1428750"/>
          </a:xfrm>
          <a:prstGeom prst="downArrow">
            <a:avLst/>
          </a:prstGeom>
          <a:solidFill>
            <a:srgbClr val="FF0000">
              <a:alpha val="80000"/>
            </a:srgbClr>
          </a:solidFill>
          <a:ln w="12700">
            <a:gradFill flip="none" rotWithShape="1">
              <a:gsLst>
                <a:gs pos="0">
                  <a:srgbClr val="FF3399"/>
                </a:gs>
                <a:gs pos="25000">
                  <a:srgbClr val="FF6633"/>
                </a:gs>
                <a:gs pos="50000">
                  <a:srgbClr val="FFFF00"/>
                </a:gs>
                <a:gs pos="75000">
                  <a:srgbClr val="01A78F"/>
                </a:gs>
                <a:gs pos="100000">
                  <a:srgbClr val="3366FF"/>
                </a:gs>
              </a:gsLst>
              <a:lin ang="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4571999" y="3505200"/>
            <a:ext cx="2590800" cy="369332"/>
          </a:xfrm>
          <a:prstGeom prst="rect">
            <a:avLst/>
          </a:prstGeom>
          <a:noFill/>
        </p:spPr>
        <p:txBody>
          <a:bodyPr wrap="square" rtlCol="0">
            <a:spAutoFit/>
          </a:bodyPr>
          <a:lstStyle/>
          <a:p>
            <a:r>
              <a:rPr lang="en-IN" dirty="0">
                <a:solidFill>
                  <a:srgbClr val="FF0000"/>
                </a:solidFill>
              </a:rPr>
              <a:t>Drag &amp; drop</a:t>
            </a:r>
          </a:p>
        </p:txBody>
      </p:sp>
      <p:sp>
        <p:nvSpPr>
          <p:cNvPr id="8" name="TextBox 7"/>
          <p:cNvSpPr txBox="1"/>
          <p:nvPr/>
        </p:nvSpPr>
        <p:spPr>
          <a:xfrm>
            <a:off x="9779818" y="3145383"/>
            <a:ext cx="1371600" cy="830997"/>
          </a:xfrm>
          <a:prstGeom prst="rect">
            <a:avLst/>
          </a:prstGeom>
          <a:noFill/>
        </p:spPr>
        <p:txBody>
          <a:bodyPr wrap="square" rtlCol="0">
            <a:spAutoFit/>
          </a:bodyPr>
          <a:lstStyle/>
          <a:p>
            <a:pPr algn="ctr"/>
            <a:r>
              <a:rPr lang="en-IN" sz="2400" b="1" dirty="0"/>
              <a:t>&amp;</a:t>
            </a:r>
          </a:p>
          <a:p>
            <a:pPr algn="ctr"/>
            <a:r>
              <a:rPr lang="en-IN" sz="2400" b="1" dirty="0"/>
              <a:t>Type</a:t>
            </a:r>
          </a:p>
        </p:txBody>
      </p:sp>
      <p:pic>
        <p:nvPicPr>
          <p:cNvPr id="9" name="Picture 8" descr="66.1.png"/>
          <p:cNvPicPr>
            <a:picLocks noChangeAspect="1"/>
          </p:cNvPicPr>
          <p:nvPr/>
        </p:nvPicPr>
        <p:blipFill>
          <a:blip r:embed="rId4"/>
          <a:stretch>
            <a:fillRect/>
          </a:stretch>
        </p:blipFill>
        <p:spPr>
          <a:xfrm>
            <a:off x="3981711" y="4533918"/>
            <a:ext cx="2091430" cy="137143"/>
          </a:xfrm>
          <a:prstGeom prst="rect">
            <a:avLst/>
          </a:prstGeom>
        </p:spPr>
      </p:pic>
      <p:sp>
        <p:nvSpPr>
          <p:cNvPr id="10" name="TextBox 9"/>
          <p:cNvSpPr txBox="1"/>
          <p:nvPr/>
        </p:nvSpPr>
        <p:spPr>
          <a:xfrm>
            <a:off x="8065306" y="4125124"/>
            <a:ext cx="4286280" cy="1200329"/>
          </a:xfrm>
          <a:prstGeom prst="rect">
            <a:avLst/>
          </a:prstGeom>
          <a:noFill/>
        </p:spPr>
        <p:txBody>
          <a:bodyPr wrap="square" rtlCol="0">
            <a:spAutoFit/>
          </a:bodyPr>
          <a:lstStyle/>
          <a:p>
            <a:pPr algn="ctr"/>
            <a:r>
              <a:rPr lang="en-IN" sz="2400" b="1" dirty="0"/>
              <a:t>–p  </a:t>
            </a:r>
            <a:r>
              <a:rPr lang="en-IN" sz="2400" b="1" dirty="0" err="1"/>
              <a:t>docking.dpf</a:t>
            </a:r>
            <a:r>
              <a:rPr lang="en-IN" sz="2400" b="1" dirty="0"/>
              <a:t>  –l  </a:t>
            </a:r>
            <a:r>
              <a:rPr lang="en-IN" sz="2400" b="1" dirty="0" err="1"/>
              <a:t>docking.dlg</a:t>
            </a:r>
            <a:endParaRPr lang="en-IN" sz="2400" b="1" dirty="0"/>
          </a:p>
          <a:p>
            <a:pPr algn="just"/>
            <a:endParaRPr lang="en-IN" sz="2400" b="1" dirty="0"/>
          </a:p>
          <a:p>
            <a:pPr algn="just"/>
            <a:r>
              <a:rPr lang="en-IN" sz="2400" b="1" dirty="0"/>
              <a:t>Then press Enter on keyboard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0" presetClass="entr" presetSubtype="0" fill="hold" nodeType="with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fade">
                                      <p:cBhvr>
                                        <p:cTn id="16" dur="2000"/>
                                        <p:tgtEl>
                                          <p:spTgt spid="8">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2000"/>
                                        <p:tgtEl>
                                          <p:spTgt spid="8">
                                            <p:txEl>
                                              <p:pRg st="1" end="1"/>
                                            </p:txEl>
                                          </p:spTgt>
                                        </p:tgtEl>
                                      </p:cBhvr>
                                    </p:animEffect>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20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421968" y="2722623"/>
            <a:ext cx="3714776" cy="830997"/>
          </a:xfrm>
          <a:prstGeom prst="rect">
            <a:avLst/>
          </a:prstGeom>
          <a:noFill/>
        </p:spPr>
        <p:txBody>
          <a:bodyPr wrap="square" rtlCol="0">
            <a:spAutoFit/>
          </a:bodyPr>
          <a:lstStyle/>
          <a:p>
            <a:pPr algn="ctr"/>
            <a:r>
              <a:rPr lang="en-IN" sz="4800" b="1" dirty="0">
                <a:latin typeface="Times New Roman" pitchFamily="18" charset="0"/>
                <a:cs typeface="Times New Roman" pitchFamily="18" charset="0"/>
              </a:rPr>
              <a:t>ANALYSIS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5.png"/>
          <p:cNvPicPr>
            <a:picLocks noChangeAspect="1"/>
          </p:cNvPicPr>
          <p:nvPr/>
        </p:nvPicPr>
        <p:blipFill>
          <a:blip r:embed="rId2"/>
          <a:stretch>
            <a:fillRect/>
          </a:stretch>
        </p:blipFill>
        <p:spPr>
          <a:xfrm>
            <a:off x="723600" y="900000"/>
            <a:ext cx="10326923" cy="5694650"/>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graphicFrame>
        <p:nvGraphicFramePr>
          <p:cNvPr id="4" name="Diagram 3"/>
          <p:cNvGraphicFramePr/>
          <p:nvPr/>
        </p:nvGraphicFramePr>
        <p:xfrm>
          <a:off x="-1293072" y="196034"/>
          <a:ext cx="7858180" cy="485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234266" y="196034"/>
            <a:ext cx="685800" cy="461665"/>
          </a:xfrm>
          <a:prstGeom prst="rect">
            <a:avLst/>
          </a:prstGeom>
          <a:noFill/>
        </p:spPr>
        <p:txBody>
          <a:bodyPr wrap="square" rtlCol="0">
            <a:spAutoFit/>
          </a:bodyPr>
          <a:lstStyle/>
          <a:p>
            <a:r>
              <a:rPr lang="en-IN" sz="2400" b="1" dirty="0"/>
              <a:t>1.</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6.png"/>
          <p:cNvPicPr>
            <a:picLocks noChangeAspect="1"/>
          </p:cNvPicPr>
          <p:nvPr/>
        </p:nvPicPr>
        <p:blipFill>
          <a:blip r:embed="rId2"/>
          <a:stretch>
            <a:fillRect/>
          </a:stretch>
        </p:blipFill>
        <p:spPr>
          <a:xfrm>
            <a:off x="723600" y="900000"/>
            <a:ext cx="10311300" cy="5710273"/>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400110"/>
          </a:xfrm>
          <a:prstGeom prst="rect">
            <a:avLst/>
          </a:prstGeom>
          <a:noFill/>
        </p:spPr>
        <p:txBody>
          <a:bodyPr wrap="square" rtlCol="0">
            <a:spAutoFit/>
          </a:bodyPr>
          <a:lstStyle/>
          <a:p>
            <a:pPr algn="just"/>
            <a:r>
              <a:rPr lang="en-IN" sz="2000" dirty="0"/>
              <a:t>Browse into the working folder and select “docking.dlg” file to open.</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7.png"/>
          <p:cNvPicPr>
            <a:picLocks noChangeAspect="1"/>
          </p:cNvPicPr>
          <p:nvPr/>
        </p:nvPicPr>
        <p:blipFill>
          <a:blip r:embed="rId2"/>
          <a:stretch>
            <a:fillRect/>
          </a:stretch>
        </p:blipFill>
        <p:spPr>
          <a:xfrm>
            <a:off x="723601" y="900000"/>
            <a:ext cx="10326923" cy="5686838"/>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400110"/>
          </a:xfrm>
          <a:prstGeom prst="rect">
            <a:avLst/>
          </a:prstGeom>
          <a:noFill/>
        </p:spPr>
        <p:txBody>
          <a:bodyPr wrap="square" rtlCol="0">
            <a:spAutoFit/>
          </a:bodyPr>
          <a:lstStyle/>
          <a:p>
            <a:pPr algn="just"/>
            <a:r>
              <a:rPr lang="en-IN" sz="2000" dirty="0"/>
              <a:t>While opening, “WARNING:” box will show the total number of conformations generated during the docking.</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8.png"/>
          <p:cNvPicPr>
            <a:picLocks noChangeAspect="1"/>
          </p:cNvPicPr>
          <p:nvPr/>
        </p:nvPicPr>
        <p:blipFill>
          <a:blip r:embed="rId2"/>
          <a:stretch>
            <a:fillRect/>
          </a:stretch>
        </p:blipFill>
        <p:spPr>
          <a:xfrm>
            <a:off x="723600" y="900000"/>
            <a:ext cx="10311300" cy="5694650"/>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graphicFrame>
        <p:nvGraphicFramePr>
          <p:cNvPr id="4" name="Diagram 3"/>
          <p:cNvGraphicFramePr/>
          <p:nvPr/>
        </p:nvGraphicFramePr>
        <p:xfrm>
          <a:off x="-864444" y="196034"/>
          <a:ext cx="7858180" cy="485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234266" y="196034"/>
            <a:ext cx="685800" cy="461665"/>
          </a:xfrm>
          <a:prstGeom prst="rect">
            <a:avLst/>
          </a:prstGeom>
          <a:noFill/>
        </p:spPr>
        <p:txBody>
          <a:bodyPr wrap="square" rtlCol="0">
            <a:spAutoFit/>
          </a:bodyPr>
          <a:lstStyle/>
          <a:p>
            <a:r>
              <a:rPr lang="en-IN" sz="2400" b="1" dirty="0"/>
              <a:t>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9.png"/>
          <p:cNvPicPr>
            <a:picLocks noChangeAspect="1"/>
          </p:cNvPicPr>
          <p:nvPr/>
        </p:nvPicPr>
        <p:blipFill>
          <a:blip r:embed="rId2"/>
          <a:stretch>
            <a:fillRect/>
          </a:stretch>
        </p:blipFill>
        <p:spPr>
          <a:xfrm>
            <a:off x="723600" y="900000"/>
            <a:ext cx="10311300" cy="5686838"/>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400110"/>
          </a:xfrm>
          <a:prstGeom prst="rect">
            <a:avLst/>
          </a:prstGeom>
          <a:noFill/>
        </p:spPr>
        <p:txBody>
          <a:bodyPr wrap="square" rtlCol="0">
            <a:spAutoFit/>
          </a:bodyPr>
          <a:lstStyle/>
          <a:p>
            <a:pPr algn="just"/>
            <a:r>
              <a:rPr lang="en-IN" sz="2000" dirty="0"/>
              <a:t>“WARNING:” box will say that the protein </a:t>
            </a:r>
            <a:r>
              <a:rPr lang="en-IN" sz="2000" dirty="0" err="1"/>
              <a:t>pdbqt</a:t>
            </a:r>
            <a:r>
              <a:rPr lang="en-IN" sz="2000" dirty="0"/>
              <a:t> is not found in this directory. Click on “OK” to find that file.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0.png"/>
          <p:cNvPicPr>
            <a:picLocks noChangeAspect="1"/>
          </p:cNvPicPr>
          <p:nvPr/>
        </p:nvPicPr>
        <p:blipFill>
          <a:blip r:embed="rId2"/>
          <a:stretch>
            <a:fillRect/>
          </a:stretch>
        </p:blipFill>
        <p:spPr>
          <a:xfrm>
            <a:off x="723600" y="900000"/>
            <a:ext cx="10319111" cy="5686838"/>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400110"/>
          </a:xfrm>
          <a:prstGeom prst="rect">
            <a:avLst/>
          </a:prstGeom>
          <a:noFill/>
        </p:spPr>
        <p:txBody>
          <a:bodyPr wrap="square" rtlCol="0">
            <a:spAutoFit/>
          </a:bodyPr>
          <a:lstStyle/>
          <a:p>
            <a:pPr algn="just"/>
            <a:r>
              <a:rPr lang="en-IN" sz="2000" dirty="0"/>
              <a:t>Browse into the working folder and select “1hsg-no-ligand.pdbqt” file to open.</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90.1.png"/>
          <p:cNvPicPr>
            <a:picLocks noChangeAspect="1"/>
          </p:cNvPicPr>
          <p:nvPr/>
        </p:nvPicPr>
        <p:blipFill>
          <a:blip r:embed="rId2"/>
          <a:stretch>
            <a:fillRect/>
          </a:stretch>
        </p:blipFill>
        <p:spPr>
          <a:xfrm>
            <a:off x="723600" y="900000"/>
            <a:ext cx="10311300" cy="5694650"/>
          </a:xfrm>
          <a:prstGeom prst="rect">
            <a:avLst/>
          </a:prstGeom>
        </p:spPr>
      </p:pic>
      <p:sp>
        <p:nvSpPr>
          <p:cNvPr id="4" name="TextBox 3"/>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5" name="TextBox 4"/>
          <p:cNvSpPr txBox="1"/>
          <p:nvPr/>
        </p:nvSpPr>
        <p:spPr>
          <a:xfrm>
            <a:off x="850068" y="196034"/>
            <a:ext cx="11501518" cy="707886"/>
          </a:xfrm>
          <a:prstGeom prst="rect">
            <a:avLst/>
          </a:prstGeom>
          <a:noFill/>
        </p:spPr>
        <p:txBody>
          <a:bodyPr wrap="square" rtlCol="0">
            <a:spAutoFit/>
          </a:bodyPr>
          <a:lstStyle/>
          <a:p>
            <a:pPr algn="just"/>
            <a:r>
              <a:rPr lang="en-IN" sz="2000" dirty="0"/>
              <a:t>To distinguish the </a:t>
            </a:r>
            <a:r>
              <a:rPr lang="en-IN" sz="2000" dirty="0" err="1"/>
              <a:t>ligand</a:t>
            </a:r>
            <a:r>
              <a:rPr lang="en-IN" sz="2000" dirty="0"/>
              <a:t> from the protein, change the representation of the </a:t>
            </a:r>
            <a:r>
              <a:rPr lang="en-IN" sz="2000" dirty="0" err="1"/>
              <a:t>ligand</a:t>
            </a:r>
            <a:r>
              <a:rPr lang="en-IN" sz="2000" dirty="0"/>
              <a:t> to ball and sticks. For this, click on a circle at left hand side of the viewer under the letter “B” against the </a:t>
            </a:r>
            <a:r>
              <a:rPr lang="en-IN" sz="2000" dirty="0" err="1"/>
              <a:t>ligand</a:t>
            </a:r>
            <a:r>
              <a:rPr lang="en-IN" sz="2000" dirty="0"/>
              <a:t> name.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0.2.png"/>
          <p:cNvPicPr>
            <a:picLocks noChangeAspect="1"/>
          </p:cNvPicPr>
          <p:nvPr/>
        </p:nvPicPr>
        <p:blipFill>
          <a:blip r:embed="rId2"/>
          <a:stretch>
            <a:fillRect/>
          </a:stretch>
        </p:blipFill>
        <p:spPr>
          <a:xfrm>
            <a:off x="723600" y="900000"/>
            <a:ext cx="10326923" cy="5679026"/>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400110"/>
          </a:xfrm>
          <a:prstGeom prst="rect">
            <a:avLst/>
          </a:prstGeom>
          <a:noFill/>
        </p:spPr>
        <p:txBody>
          <a:bodyPr wrap="square" rtlCol="0">
            <a:spAutoFit/>
          </a:bodyPr>
          <a:lstStyle/>
          <a:p>
            <a:pPr algn="just"/>
            <a:r>
              <a:rPr lang="en-IN" sz="2000" dirty="0"/>
              <a:t>Representation of the </a:t>
            </a:r>
            <a:r>
              <a:rPr lang="en-IN" sz="2000" dirty="0" err="1"/>
              <a:t>ligand</a:t>
            </a:r>
            <a:r>
              <a:rPr lang="en-IN" sz="2000" dirty="0"/>
              <a:t> will be changed to ball and sticks.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91.png"/>
          <p:cNvPicPr>
            <a:picLocks noChangeAspect="1"/>
          </p:cNvPicPr>
          <p:nvPr/>
        </p:nvPicPr>
        <p:blipFill>
          <a:blip r:embed="rId2"/>
          <a:stretch>
            <a:fillRect/>
          </a:stretch>
        </p:blipFill>
        <p:spPr>
          <a:xfrm>
            <a:off x="723600" y="900000"/>
            <a:ext cx="10311300" cy="5702461"/>
          </a:xfrm>
          <a:prstGeom prst="rect">
            <a:avLst/>
          </a:prstGeom>
        </p:spPr>
      </p:pic>
      <p:sp>
        <p:nvSpPr>
          <p:cNvPr id="4" name="TextBox 3"/>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graphicFrame>
        <p:nvGraphicFramePr>
          <p:cNvPr id="5" name="Diagram 4"/>
          <p:cNvGraphicFramePr/>
          <p:nvPr/>
        </p:nvGraphicFramePr>
        <p:xfrm>
          <a:off x="-435816" y="196034"/>
          <a:ext cx="7858180" cy="485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234266" y="196034"/>
            <a:ext cx="685800" cy="461665"/>
          </a:xfrm>
          <a:prstGeom prst="rect">
            <a:avLst/>
          </a:prstGeom>
          <a:noFill/>
        </p:spPr>
        <p:txBody>
          <a:bodyPr wrap="square" rtlCol="0">
            <a:spAutoFit/>
          </a:bodyPr>
          <a:lstStyle/>
          <a:p>
            <a:r>
              <a:rPr lang="en-IN" sz="2400" b="1" dirty="0"/>
              <a:t>3.</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2.png"/>
          <p:cNvPicPr>
            <a:picLocks noChangeAspect="1"/>
          </p:cNvPicPr>
          <p:nvPr/>
        </p:nvPicPr>
        <p:blipFill>
          <a:blip r:embed="rId2"/>
          <a:stretch>
            <a:fillRect/>
          </a:stretch>
        </p:blipFill>
        <p:spPr>
          <a:xfrm>
            <a:off x="723600" y="900000"/>
            <a:ext cx="10311300" cy="5694650"/>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707886"/>
          </a:xfrm>
          <a:prstGeom prst="rect">
            <a:avLst/>
          </a:prstGeom>
          <a:noFill/>
        </p:spPr>
        <p:txBody>
          <a:bodyPr wrap="square" rtlCol="0">
            <a:spAutoFit/>
          </a:bodyPr>
          <a:lstStyle/>
          <a:p>
            <a:pPr algn="just"/>
            <a:r>
              <a:rPr lang="en-IN" sz="2000" dirty="0"/>
              <a:t>A small new window with name “</a:t>
            </a:r>
            <a:r>
              <a:rPr lang="en-IN" sz="2000" dirty="0" err="1"/>
              <a:t>ligand</a:t>
            </a:r>
            <a:r>
              <a:rPr lang="en-IN" sz="2000" dirty="0"/>
              <a:t>” will appear. This window can be used extensively to analyze the </a:t>
            </a:r>
            <a:r>
              <a:rPr lang="en-IN" sz="2000" dirty="0" err="1"/>
              <a:t>ligand</a:t>
            </a:r>
            <a:r>
              <a:rPr lang="en-IN" sz="2000" dirty="0"/>
              <a:t> conformations.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3.png"/>
          <p:cNvPicPr>
            <a:picLocks noChangeAspect="1"/>
          </p:cNvPicPr>
          <p:nvPr/>
        </p:nvPicPr>
        <p:blipFill>
          <a:blip r:embed="rId2"/>
          <a:stretch>
            <a:fillRect/>
          </a:stretch>
        </p:blipFill>
        <p:spPr>
          <a:xfrm>
            <a:off x="723600" y="900000"/>
            <a:ext cx="10326923" cy="5694650"/>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461665"/>
          </a:xfrm>
          <a:prstGeom prst="rect">
            <a:avLst/>
          </a:prstGeom>
          <a:noFill/>
        </p:spPr>
        <p:txBody>
          <a:bodyPr wrap="square" rtlCol="0">
            <a:spAutoFit/>
          </a:bodyPr>
          <a:lstStyle/>
          <a:p>
            <a:pPr algn="just"/>
            <a:r>
              <a:rPr lang="en-IN" sz="2000" dirty="0"/>
              <a:t>Click on “</a:t>
            </a:r>
            <a:r>
              <a:rPr lang="en-IN" sz="2400" dirty="0">
                <a:latin typeface="Times New Roman" pitchFamily="18" charset="0"/>
                <a:ea typeface="Batang" pitchFamily="18" charset="-127"/>
                <a:cs typeface="Times New Roman" pitchFamily="18" charset="0"/>
              </a:rPr>
              <a:t>&amp;</a:t>
            </a:r>
            <a:r>
              <a:rPr lang="en-IN" sz="2000" dirty="0"/>
              <a:t>” of “</a:t>
            </a:r>
            <a:r>
              <a:rPr lang="en-IN" sz="2000" dirty="0" err="1"/>
              <a:t>ligand</a:t>
            </a:r>
            <a:r>
              <a:rPr lang="en-IN" sz="2000" dirty="0"/>
              <a:t>” window, which will open another window called as “Set Play Options”.</a:t>
            </a:r>
          </a:p>
        </p:txBody>
      </p:sp>
      <p:sp>
        <p:nvSpPr>
          <p:cNvPr id="5" name="Right Arrow 4"/>
          <p:cNvSpPr>
            <a:spLocks/>
          </p:cNvSpPr>
          <p:nvPr/>
        </p:nvSpPr>
        <p:spPr>
          <a:xfrm rot="13542534">
            <a:off x="3510077" y="4479596"/>
            <a:ext cx="257546" cy="155500"/>
          </a:xfrm>
          <a:prstGeom prst="rightArrow">
            <a:avLst>
              <a:gd name="adj1" fmla="val 50000"/>
              <a:gd name="adj2" fmla="val 68751"/>
            </a:avLst>
          </a:prstGeom>
          <a:solidFill>
            <a:schemeClr val="tx1">
              <a:lumMod val="50000"/>
              <a:lumOff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4.png"/>
          <p:cNvPicPr>
            <a:picLocks noChangeAspect="1"/>
          </p:cNvPicPr>
          <p:nvPr/>
        </p:nvPicPr>
        <p:blipFill>
          <a:blip r:embed="rId2"/>
          <a:stretch>
            <a:fillRect/>
          </a:stretch>
        </p:blipFill>
        <p:spPr>
          <a:xfrm>
            <a:off x="723600" y="900000"/>
            <a:ext cx="10311300" cy="5694650"/>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707886"/>
          </a:xfrm>
          <a:prstGeom prst="rect">
            <a:avLst/>
          </a:prstGeom>
          <a:noFill/>
        </p:spPr>
        <p:txBody>
          <a:bodyPr wrap="square" rtlCol="0">
            <a:spAutoFit/>
          </a:bodyPr>
          <a:lstStyle/>
          <a:p>
            <a:pPr algn="just"/>
            <a:r>
              <a:rPr lang="en-IN" sz="2000" dirty="0"/>
              <a:t>Tick on the check box  for “</a:t>
            </a:r>
            <a:r>
              <a:rPr lang="en-IN" sz="2000" dirty="0" err="1"/>
              <a:t>Buid</a:t>
            </a:r>
            <a:r>
              <a:rPr lang="en-IN" sz="2000" dirty="0"/>
              <a:t> H-bonds” in “Set Play Options” window . Another window for hydrogen bonds information will appear.</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5.png"/>
          <p:cNvPicPr>
            <a:picLocks noChangeAspect="1"/>
          </p:cNvPicPr>
          <p:nvPr/>
        </p:nvPicPr>
        <p:blipFill>
          <a:blip r:embed="rId2"/>
          <a:stretch>
            <a:fillRect/>
          </a:stretch>
        </p:blipFill>
        <p:spPr>
          <a:xfrm>
            <a:off x="723600" y="900000"/>
            <a:ext cx="10397227" cy="5694650"/>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4" name="TextBox 3"/>
          <p:cNvSpPr txBox="1"/>
          <p:nvPr/>
        </p:nvSpPr>
        <p:spPr>
          <a:xfrm>
            <a:off x="850068" y="196034"/>
            <a:ext cx="11501518" cy="707886"/>
          </a:xfrm>
          <a:prstGeom prst="rect">
            <a:avLst/>
          </a:prstGeom>
          <a:noFill/>
        </p:spPr>
        <p:txBody>
          <a:bodyPr wrap="square" rtlCol="0">
            <a:spAutoFit/>
          </a:bodyPr>
          <a:lstStyle/>
          <a:p>
            <a:pPr algn="just"/>
            <a:r>
              <a:rPr lang="en-IN" sz="2000" dirty="0"/>
              <a:t>Tick on the check box  for “Show Info” in “Set Play Options” window . Another window displaying the information of the corresponding </a:t>
            </a:r>
            <a:r>
              <a:rPr lang="en-IN" sz="2000" dirty="0" err="1"/>
              <a:t>ligand</a:t>
            </a:r>
            <a:r>
              <a:rPr lang="en-IN" sz="2000" dirty="0"/>
              <a:t> conformation will appear.</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107.png"/>
          <p:cNvPicPr>
            <a:picLocks noChangeAspect="1"/>
          </p:cNvPicPr>
          <p:nvPr/>
        </p:nvPicPr>
        <p:blipFill>
          <a:blip r:embed="rId2"/>
          <a:stretch>
            <a:fillRect/>
          </a:stretch>
        </p:blipFill>
        <p:spPr>
          <a:xfrm>
            <a:off x="723600" y="900000"/>
            <a:ext cx="10326923" cy="5686838"/>
          </a:xfrm>
          <a:prstGeom prst="rect">
            <a:avLst/>
          </a:prstGeom>
        </p:spPr>
      </p:pic>
      <p:sp>
        <p:nvSpPr>
          <p:cNvPr id="6" name="TextBox 5"/>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7" name="TextBox 6"/>
          <p:cNvSpPr txBox="1"/>
          <p:nvPr/>
        </p:nvSpPr>
        <p:spPr>
          <a:xfrm>
            <a:off x="850068" y="196034"/>
            <a:ext cx="11501518" cy="707886"/>
          </a:xfrm>
          <a:prstGeom prst="rect">
            <a:avLst/>
          </a:prstGeom>
          <a:noFill/>
        </p:spPr>
        <p:txBody>
          <a:bodyPr wrap="square" rtlCol="0">
            <a:spAutoFit/>
          </a:bodyPr>
          <a:lstStyle/>
          <a:p>
            <a:pPr algn="just"/>
            <a:r>
              <a:rPr lang="en-IN" sz="2000" dirty="0"/>
              <a:t>Zoom in to observe the hydrogen bonds formed between the atoms of the </a:t>
            </a:r>
            <a:r>
              <a:rPr lang="en-IN" sz="2000" dirty="0" err="1"/>
              <a:t>ligand</a:t>
            </a:r>
            <a:r>
              <a:rPr lang="en-IN" sz="2000" dirty="0"/>
              <a:t> and nearby amino acid residue of the protein molecule.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96.png"/>
          <p:cNvPicPr>
            <a:picLocks noChangeAspect="1"/>
          </p:cNvPicPr>
          <p:nvPr/>
        </p:nvPicPr>
        <p:blipFill>
          <a:blip r:embed="rId2"/>
          <a:stretch>
            <a:fillRect/>
          </a:stretch>
        </p:blipFill>
        <p:spPr>
          <a:xfrm>
            <a:off x="723600" y="900000"/>
            <a:ext cx="10311300" cy="5710273"/>
          </a:xfrm>
          <a:prstGeom prst="rect">
            <a:avLst/>
          </a:prstGeom>
        </p:spPr>
      </p:pic>
      <p:sp>
        <p:nvSpPr>
          <p:cNvPr id="4" name="TextBox 3"/>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5" name="TextBox 4"/>
          <p:cNvSpPr txBox="1"/>
          <p:nvPr/>
        </p:nvSpPr>
        <p:spPr>
          <a:xfrm>
            <a:off x="850068" y="196034"/>
            <a:ext cx="11501518" cy="707886"/>
          </a:xfrm>
          <a:prstGeom prst="rect">
            <a:avLst/>
          </a:prstGeom>
          <a:noFill/>
        </p:spPr>
        <p:txBody>
          <a:bodyPr wrap="square" rtlCol="0">
            <a:spAutoFit/>
          </a:bodyPr>
          <a:lstStyle/>
          <a:p>
            <a:pPr algn="just"/>
            <a:r>
              <a:rPr lang="en-IN" sz="2000" dirty="0"/>
              <a:t>In order to visualize the </a:t>
            </a:r>
            <a:r>
              <a:rPr lang="en-IN" sz="2000" dirty="0" err="1"/>
              <a:t>ligand</a:t>
            </a:r>
            <a:r>
              <a:rPr lang="en-IN" sz="2000" dirty="0"/>
              <a:t>, whether it is binding inside the protein cavity or not, change the representation of the protein to MS, i.e., molecular surface.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97.png"/>
          <p:cNvPicPr>
            <a:picLocks noChangeAspect="1"/>
          </p:cNvPicPr>
          <p:nvPr/>
        </p:nvPicPr>
        <p:blipFill>
          <a:blip r:embed="rId2"/>
          <a:stretch>
            <a:fillRect/>
          </a:stretch>
        </p:blipFill>
        <p:spPr>
          <a:xfrm>
            <a:off x="723600" y="900000"/>
            <a:ext cx="10311300" cy="5710273"/>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
        <p:nvSpPr>
          <p:cNvPr id="5" name="TextBox 4"/>
          <p:cNvSpPr txBox="1"/>
          <p:nvPr/>
        </p:nvSpPr>
        <p:spPr>
          <a:xfrm>
            <a:off x="850068" y="196034"/>
            <a:ext cx="11501518" cy="707886"/>
          </a:xfrm>
          <a:prstGeom prst="rect">
            <a:avLst/>
          </a:prstGeom>
          <a:noFill/>
        </p:spPr>
        <p:txBody>
          <a:bodyPr wrap="square" rtlCol="0">
            <a:spAutoFit/>
          </a:bodyPr>
          <a:lstStyle/>
          <a:p>
            <a:pPr algn="just"/>
            <a:r>
              <a:rPr lang="en-IN" sz="2000" dirty="0"/>
              <a:t>Conformation 1 is the best according to the binding energy and it is seen deep inside the protein cavity.</a:t>
            </a:r>
          </a:p>
          <a:p>
            <a:pPr algn="just"/>
            <a:r>
              <a:rPr lang="en-IN" sz="2000" dirty="0"/>
              <a:t>Similarly, all generated conformations can be analyzed with the help of the windows opened in the viewer.</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8.png"/>
          <p:cNvPicPr>
            <a:picLocks noChangeAspect="1"/>
          </p:cNvPicPr>
          <p:nvPr/>
        </p:nvPicPr>
        <p:blipFill>
          <a:blip r:embed="rId2"/>
          <a:stretch>
            <a:fillRect/>
          </a:stretch>
        </p:blipFill>
        <p:spPr>
          <a:xfrm>
            <a:off x="720000" y="72000"/>
            <a:ext cx="11835113" cy="6526322"/>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9.png"/>
          <p:cNvPicPr>
            <a:picLocks noChangeAspect="1"/>
          </p:cNvPicPr>
          <p:nvPr/>
        </p:nvPicPr>
        <p:blipFill>
          <a:blip r:embed="rId2"/>
          <a:stretch>
            <a:fillRect/>
          </a:stretch>
        </p:blipFill>
        <p:spPr>
          <a:xfrm>
            <a:off x="720000" y="72000"/>
            <a:ext cx="11820271" cy="6528013"/>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0.png"/>
          <p:cNvPicPr>
            <a:picLocks noChangeAspect="1"/>
          </p:cNvPicPr>
          <p:nvPr/>
        </p:nvPicPr>
        <p:blipFill>
          <a:blip r:embed="rId2"/>
          <a:stretch>
            <a:fillRect/>
          </a:stretch>
        </p:blipFill>
        <p:spPr>
          <a:xfrm>
            <a:off x="720000" y="72000"/>
            <a:ext cx="11838180" cy="6536968"/>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1.png"/>
          <p:cNvPicPr>
            <a:picLocks noChangeAspect="1"/>
          </p:cNvPicPr>
          <p:nvPr/>
        </p:nvPicPr>
        <p:blipFill>
          <a:blip r:embed="rId2"/>
          <a:stretch>
            <a:fillRect/>
          </a:stretch>
        </p:blipFill>
        <p:spPr>
          <a:xfrm>
            <a:off x="720000" y="72000"/>
            <a:ext cx="11820271" cy="6528013"/>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2.png"/>
          <p:cNvPicPr>
            <a:picLocks noChangeAspect="1"/>
          </p:cNvPicPr>
          <p:nvPr/>
        </p:nvPicPr>
        <p:blipFill>
          <a:blip r:embed="rId2"/>
          <a:stretch>
            <a:fillRect/>
          </a:stretch>
        </p:blipFill>
        <p:spPr>
          <a:xfrm>
            <a:off x="720000" y="72000"/>
            <a:ext cx="11820271" cy="6510103"/>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3.png"/>
          <p:cNvPicPr>
            <a:picLocks noChangeAspect="1"/>
          </p:cNvPicPr>
          <p:nvPr/>
        </p:nvPicPr>
        <p:blipFill>
          <a:blip r:embed="rId2"/>
          <a:stretch>
            <a:fillRect/>
          </a:stretch>
        </p:blipFill>
        <p:spPr>
          <a:xfrm>
            <a:off x="720000" y="72000"/>
            <a:ext cx="11820271" cy="6528013"/>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4.png"/>
          <p:cNvPicPr>
            <a:picLocks noChangeAspect="1"/>
          </p:cNvPicPr>
          <p:nvPr/>
        </p:nvPicPr>
        <p:blipFill>
          <a:blip r:embed="rId2"/>
          <a:stretch>
            <a:fillRect/>
          </a:stretch>
        </p:blipFill>
        <p:spPr>
          <a:xfrm>
            <a:off x="720000" y="72000"/>
            <a:ext cx="11820271" cy="6519058"/>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5.png"/>
          <p:cNvPicPr>
            <a:picLocks noChangeAspect="1"/>
          </p:cNvPicPr>
          <p:nvPr/>
        </p:nvPicPr>
        <p:blipFill>
          <a:blip r:embed="rId2"/>
          <a:stretch>
            <a:fillRect/>
          </a:stretch>
        </p:blipFill>
        <p:spPr>
          <a:xfrm>
            <a:off x="720000" y="72000"/>
            <a:ext cx="11820271" cy="6519058"/>
          </a:xfrm>
          <a:prstGeom prst="rect">
            <a:avLst/>
          </a:prstGeom>
        </p:spPr>
      </p:pic>
      <p:sp>
        <p:nvSpPr>
          <p:cNvPr id="3" name="TextBox 2"/>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06.png"/>
          <p:cNvPicPr>
            <a:picLocks noChangeAspect="1"/>
          </p:cNvPicPr>
          <p:nvPr/>
        </p:nvPicPr>
        <p:blipFill>
          <a:blip r:embed="rId2"/>
          <a:stretch>
            <a:fillRect/>
          </a:stretch>
        </p:blipFill>
        <p:spPr>
          <a:xfrm>
            <a:off x="720000" y="72000"/>
            <a:ext cx="11838180" cy="6519058"/>
          </a:xfrm>
          <a:prstGeom prst="rect">
            <a:avLst/>
          </a:prstGeom>
        </p:spPr>
      </p:pic>
      <p:sp>
        <p:nvSpPr>
          <p:cNvPr id="4" name="TextBox 3"/>
          <p:cNvSpPr txBox="1"/>
          <p:nvPr/>
        </p:nvSpPr>
        <p:spPr>
          <a:xfrm rot="16200000">
            <a:off x="-1785335" y="3102658"/>
            <a:ext cx="3961615" cy="369332"/>
          </a:xfrm>
          <a:prstGeom prst="rect">
            <a:avLst/>
          </a:prstGeom>
          <a:solidFill>
            <a:schemeClr val="accent2">
              <a:lumMod val="50000"/>
            </a:schemeClr>
          </a:solidFill>
        </p:spPr>
        <p:txBody>
          <a:bodyPr wrap="square" rtlCol="0">
            <a:spAutoFit/>
          </a:bodyPr>
          <a:lstStyle/>
          <a:p>
            <a:r>
              <a:rPr lang="en-IN" b="1" dirty="0">
                <a:solidFill>
                  <a:schemeClr val="bg1"/>
                </a:solidFill>
              </a:rPr>
              <a:t>Analysis 			contd...</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861320" y="-232586"/>
            <a:ext cx="2836072" cy="1143000"/>
          </a:xfrm>
        </p:spPr>
        <p:txBody>
          <a:bodyPr>
            <a:normAutofit fontScale="90000"/>
          </a:bodyPr>
          <a:lstStyle/>
          <a:p>
            <a:r>
              <a:rPr lang="en-IN" sz="3600" b="1" dirty="0"/>
              <a:t>More Analysis</a:t>
            </a:r>
          </a:p>
        </p:txBody>
      </p:sp>
      <p:sp>
        <p:nvSpPr>
          <p:cNvPr id="5" name="Content Placeholder 2"/>
          <p:cNvSpPr>
            <a:spLocks noGrp="1"/>
          </p:cNvSpPr>
          <p:nvPr>
            <p:ph idx="1"/>
          </p:nvPr>
        </p:nvSpPr>
        <p:spPr>
          <a:xfrm>
            <a:off x="457200" y="528630"/>
            <a:ext cx="11894386" cy="453222"/>
          </a:xfrm>
        </p:spPr>
        <p:txBody>
          <a:bodyPr>
            <a:normAutofit/>
          </a:bodyPr>
          <a:lstStyle/>
          <a:p>
            <a:pPr>
              <a:buNone/>
            </a:pPr>
            <a:r>
              <a:rPr lang="en-IN" sz="2000" dirty="0"/>
              <a:t>If number of </a:t>
            </a:r>
            <a:r>
              <a:rPr lang="en-IN" sz="2000" dirty="0" err="1"/>
              <a:t>ligand</a:t>
            </a:r>
            <a:r>
              <a:rPr lang="en-IN" sz="2000" dirty="0"/>
              <a:t> conformations generated are more than 100, clustering analysis has to be performed.</a:t>
            </a:r>
          </a:p>
        </p:txBody>
      </p:sp>
      <p:pic>
        <p:nvPicPr>
          <p:cNvPr id="6" name="Picture 5" descr="108.png"/>
          <p:cNvPicPr>
            <a:picLocks noChangeAspect="1"/>
          </p:cNvPicPr>
          <p:nvPr/>
        </p:nvPicPr>
        <p:blipFill>
          <a:blip r:embed="rId2"/>
          <a:stretch>
            <a:fillRect/>
          </a:stretch>
        </p:blipFill>
        <p:spPr>
          <a:xfrm>
            <a:off x="723600" y="900000"/>
            <a:ext cx="10334735" cy="569465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rot="16200000">
            <a:off x="-1785335" y="3102657"/>
            <a:ext cx="3961615" cy="369332"/>
          </a:xfrm>
          <a:prstGeom prst="rect">
            <a:avLst/>
          </a:prstGeom>
          <a:solidFill>
            <a:schemeClr val="accent2">
              <a:lumMod val="50000"/>
            </a:schemeClr>
          </a:solidFill>
        </p:spPr>
        <p:txBody>
          <a:bodyPr wrap="square" rtlCol="0">
            <a:spAutoFit/>
          </a:bodyPr>
          <a:lstStyle/>
          <a:p>
            <a:r>
              <a:rPr lang="en-IN" b="1" dirty="0">
                <a:solidFill>
                  <a:schemeClr val="accent3">
                    <a:lumMod val="20000"/>
                    <a:lumOff val="80000"/>
                  </a:schemeClr>
                </a:solidFill>
              </a:rPr>
              <a:t>More Analysis</a:t>
            </a:r>
            <a:r>
              <a:rPr lang="en-IN" b="1" dirty="0">
                <a:solidFill>
                  <a:schemeClr val="bg1"/>
                </a:solidFill>
              </a:rPr>
              <a:t>		contd...</a:t>
            </a:r>
          </a:p>
        </p:txBody>
      </p:sp>
      <p:pic>
        <p:nvPicPr>
          <p:cNvPr id="9" name="Picture 8" descr="109.png"/>
          <p:cNvPicPr>
            <a:picLocks noChangeAspect="1"/>
          </p:cNvPicPr>
          <p:nvPr/>
        </p:nvPicPr>
        <p:blipFill>
          <a:blip r:embed="rId2"/>
          <a:stretch>
            <a:fillRect/>
          </a:stretch>
        </p:blipFill>
        <p:spPr>
          <a:xfrm>
            <a:off x="723600" y="900000"/>
            <a:ext cx="10311300" cy="5679026"/>
          </a:xfrm>
          <a:prstGeom prst="rect">
            <a:avLst/>
          </a:prstGeom>
        </p:spPr>
      </p:pic>
      <p:sp>
        <p:nvSpPr>
          <p:cNvPr id="10" name="Content Placeholder 2"/>
          <p:cNvSpPr>
            <a:spLocks noGrp="1"/>
          </p:cNvSpPr>
          <p:nvPr>
            <p:ph idx="1"/>
          </p:nvPr>
        </p:nvSpPr>
        <p:spPr>
          <a:xfrm>
            <a:off x="135688" y="28564"/>
            <a:ext cx="12208711" cy="953288"/>
          </a:xfrm>
        </p:spPr>
        <p:txBody>
          <a:bodyPr>
            <a:noAutofit/>
          </a:bodyPr>
          <a:lstStyle/>
          <a:p>
            <a:pPr marL="0" indent="0" algn="just">
              <a:buNone/>
            </a:pPr>
            <a:r>
              <a:rPr lang="en-IN" sz="1800" dirty="0"/>
              <a:t>In this case, because we have generated only 10 </a:t>
            </a:r>
            <a:r>
              <a:rPr lang="en-IN" sz="1800" dirty="0" err="1"/>
              <a:t>ligand</a:t>
            </a:r>
            <a:r>
              <a:rPr lang="en-IN" sz="1800" dirty="0"/>
              <a:t> conformations, Clustering analysis is not so informative. However, number of conformations against the binding energy are plotted and one can easily locate conformation with corresponding  binding energies from the cluster shown here.</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63F1394B-5ECA-E294-4424-FB81B09BDC74}"/>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6109A05F-356C-31E3-3B19-541AD1C85256}"/>
              </a:ext>
            </a:extLst>
          </p:cNvPr>
          <p:cNvSpPr/>
          <p:nvPr/>
        </p:nvSpPr>
        <p:spPr>
          <a:xfrm>
            <a:off x="0" y="0"/>
            <a:ext cx="12558713" cy="6678613"/>
          </a:xfrm>
          <a:prstGeom prst="rect">
            <a:avLst/>
          </a:prstGeom>
          <a:solidFill>
            <a:schemeClr val="bg1">
              <a:alpha val="7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ntent Placeholder 2">
            <a:extLst>
              <a:ext uri="{FF2B5EF4-FFF2-40B4-BE49-F238E27FC236}">
                <a16:creationId xmlns:a16="http://schemas.microsoft.com/office/drawing/2014/main" id="{F787DC7B-0E93-E878-85C5-837869B7643F}"/>
              </a:ext>
            </a:extLst>
          </p:cNvPr>
          <p:cNvSpPr>
            <a:spLocks noGrp="1"/>
          </p:cNvSpPr>
          <p:nvPr>
            <p:ph idx="1"/>
          </p:nvPr>
        </p:nvSpPr>
        <p:spPr>
          <a:xfrm>
            <a:off x="302691" y="303339"/>
            <a:ext cx="11953329" cy="3972071"/>
          </a:xfrm>
        </p:spPr>
        <p:txBody>
          <a:bodyPr>
            <a:noAutofit/>
          </a:bodyPr>
          <a:lstStyle/>
          <a:p>
            <a:pPr marL="0" indent="0">
              <a:buNone/>
            </a:pPr>
            <a:r>
              <a:rPr lang="en-US" sz="2800" b="1" dirty="0"/>
              <a:t>For the best viewing and learning experience, please play this tutorial in Slide Show mode.</a:t>
            </a:r>
            <a:endParaRPr lang="en-US" sz="2800" dirty="0"/>
          </a:p>
          <a:p>
            <a:pPr marL="0" indent="0" algn="ctr">
              <a:buNone/>
            </a:pPr>
            <a:endParaRPr lang="en-US" sz="2400" dirty="0"/>
          </a:p>
          <a:p>
            <a:pPr marL="0" indent="0" algn="ctr">
              <a:buNone/>
            </a:pPr>
            <a:endParaRPr lang="en-US" sz="2400" dirty="0"/>
          </a:p>
          <a:p>
            <a:pPr marL="0" indent="0" algn="ctr">
              <a:buNone/>
            </a:pPr>
            <a:endParaRPr lang="en-US" sz="2400" dirty="0"/>
          </a:p>
          <a:p>
            <a:pPr marL="0" indent="0" algn="ctr">
              <a:buNone/>
            </a:pPr>
            <a:endParaRPr lang="en-US" sz="2400" dirty="0"/>
          </a:p>
          <a:p>
            <a:pPr marL="0" indent="0">
              <a:buNone/>
            </a:pPr>
            <a:r>
              <a:rPr lang="en-US" sz="2400" b="1" dirty="0"/>
              <a:t>Happy Docking!</a:t>
            </a:r>
            <a:endParaRPr lang="en-US" sz="2400" dirty="0"/>
          </a:p>
          <a:p>
            <a:pPr marL="0" indent="0">
              <a:buNone/>
            </a:pPr>
            <a:r>
              <a:rPr lang="en-US" sz="2400" b="1" dirty="0"/>
              <a:t>With warm regards,</a:t>
            </a: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IN" sz="2400" dirty="0"/>
              <a:t> </a:t>
            </a:r>
          </a:p>
        </p:txBody>
      </p:sp>
      <p:grpSp>
        <p:nvGrpSpPr>
          <p:cNvPr id="29" name="Group 30">
            <a:extLst>
              <a:ext uri="{FF2B5EF4-FFF2-40B4-BE49-F238E27FC236}">
                <a16:creationId xmlns:a16="http://schemas.microsoft.com/office/drawing/2014/main" id="{27F153DF-FECF-3AE6-FF37-462E04638AD6}"/>
              </a:ext>
            </a:extLst>
          </p:cNvPr>
          <p:cNvGrpSpPr/>
          <p:nvPr/>
        </p:nvGrpSpPr>
        <p:grpSpPr>
          <a:xfrm>
            <a:off x="9735740" y="4275408"/>
            <a:ext cx="2351165" cy="1647910"/>
            <a:chOff x="232229" y="2191657"/>
            <a:chExt cx="1846294" cy="1092533"/>
          </a:xfrm>
        </p:grpSpPr>
        <p:pic>
          <p:nvPicPr>
            <p:cNvPr id="30" name="Google Shape;287;p14">
              <a:extLst>
                <a:ext uri="{FF2B5EF4-FFF2-40B4-BE49-F238E27FC236}">
                  <a16:creationId xmlns:a16="http://schemas.microsoft.com/office/drawing/2014/main" id="{977B33D2-A14A-C428-539F-42B006ED5F5C}"/>
                </a:ext>
              </a:extLst>
            </p:cNvPr>
            <p:cNvPicPr preferRelativeResize="0"/>
            <p:nvPr/>
          </p:nvPicPr>
          <p:blipFill>
            <a:blip r:embed="rId3">
              <a:alphaModFix/>
            </a:blip>
            <a:stretch>
              <a:fillRect/>
            </a:stretch>
          </p:blipFill>
          <p:spPr>
            <a:xfrm>
              <a:off x="232229" y="2191657"/>
              <a:ext cx="1843314" cy="774699"/>
            </a:xfrm>
            <a:prstGeom prst="rect">
              <a:avLst/>
            </a:prstGeom>
            <a:noFill/>
            <a:ln>
              <a:noFill/>
            </a:ln>
          </p:spPr>
        </p:pic>
        <p:cxnSp>
          <p:nvCxnSpPr>
            <p:cNvPr id="31" name="Straight Connector 30">
              <a:extLst>
                <a:ext uri="{FF2B5EF4-FFF2-40B4-BE49-F238E27FC236}">
                  <a16:creationId xmlns:a16="http://schemas.microsoft.com/office/drawing/2014/main" id="{5C5FB043-B8E4-9F2B-A46C-5E7F76E36CDF}"/>
                </a:ext>
              </a:extLst>
            </p:cNvPr>
            <p:cNvCxnSpPr/>
            <p:nvPr/>
          </p:nvCxnSpPr>
          <p:spPr>
            <a:xfrm flipV="1">
              <a:off x="407986" y="2979718"/>
              <a:ext cx="1660525" cy="3175"/>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3EEE6A6-2ABB-DC6E-1085-903067B0CA51}"/>
                </a:ext>
              </a:extLst>
            </p:cNvPr>
            <p:cNvSpPr/>
            <p:nvPr/>
          </p:nvSpPr>
          <p:spPr>
            <a:xfrm>
              <a:off x="967321" y="2937305"/>
              <a:ext cx="1111202" cy="346885"/>
            </a:xfrm>
            <a:prstGeom prst="rect">
              <a:avLst/>
            </a:prstGeom>
          </p:spPr>
          <p:txBody>
            <a:bodyPr wrap="square">
              <a:spAutoFit/>
            </a:bodyPr>
            <a:lstStyle/>
            <a:p>
              <a:r>
                <a:rPr lang="en-US" sz="2800" b="1" dirty="0">
                  <a:solidFill>
                    <a:srgbClr val="002060"/>
                  </a:solidFill>
                  <a:latin typeface="Bahnschrift Condensed" pitchFamily="34" charset="0"/>
                </a:rPr>
                <a:t>GUWAHATI</a:t>
              </a:r>
            </a:p>
          </p:txBody>
        </p:sp>
      </p:grpSp>
      <p:sp>
        <p:nvSpPr>
          <p:cNvPr id="33" name="TextBox 32">
            <a:extLst>
              <a:ext uri="{FF2B5EF4-FFF2-40B4-BE49-F238E27FC236}">
                <a16:creationId xmlns:a16="http://schemas.microsoft.com/office/drawing/2014/main" id="{DFBA8F66-00DC-D0FE-58C1-C9DD28FBAE2B}"/>
              </a:ext>
            </a:extLst>
          </p:cNvPr>
          <p:cNvSpPr txBox="1"/>
          <p:nvPr/>
        </p:nvSpPr>
        <p:spPr>
          <a:xfrm>
            <a:off x="302692" y="4066951"/>
            <a:ext cx="9254625" cy="2308324"/>
          </a:xfrm>
          <a:prstGeom prst="rect">
            <a:avLst/>
          </a:prstGeom>
          <a:noFill/>
        </p:spPr>
        <p:txBody>
          <a:bodyPr wrap="square">
            <a:spAutoFit/>
          </a:bodyPr>
          <a:lstStyle/>
          <a:p>
            <a:r>
              <a:rPr lang="en-US" i="0" dirty="0">
                <a:solidFill>
                  <a:srgbClr val="444746"/>
                </a:solidFill>
                <a:effectLst/>
                <a:latin typeface="Times New Roman" panose="02020603050405020304" pitchFamily="18" charset="0"/>
                <a:cs typeface="Times New Roman" panose="02020603050405020304" pitchFamily="18" charset="0"/>
              </a:rPr>
              <a:t>Nabajyoti Goswami</a:t>
            </a:r>
          </a:p>
          <a:p>
            <a:r>
              <a:rPr lang="en-US" i="0" dirty="0">
                <a:solidFill>
                  <a:srgbClr val="444746"/>
                </a:solidFill>
                <a:effectLst/>
                <a:latin typeface="Times New Roman" panose="02020603050405020304" pitchFamily="18" charset="0"/>
                <a:cs typeface="Times New Roman" panose="02020603050405020304" pitchFamily="18" charset="0"/>
              </a:rPr>
              <a:t>Senior Bioinformatics Faculty, </a:t>
            </a:r>
          </a:p>
          <a:p>
            <a:r>
              <a:rPr lang="en-US" dirty="0">
                <a:latin typeface="Times New Roman" panose="02020603050405020304" pitchFamily="18" charset="0"/>
                <a:cs typeface="Times New Roman" panose="02020603050405020304" pitchFamily="18" charset="0"/>
              </a:rPr>
              <a:t>National Institute of Electronics and Information Technology (NIELIT), Guwahati,</a:t>
            </a:r>
          </a:p>
          <a:p>
            <a:r>
              <a:rPr lang="en-US" dirty="0">
                <a:latin typeface="Times New Roman" panose="02020603050405020304" pitchFamily="18" charset="0"/>
                <a:cs typeface="Times New Roman" panose="02020603050405020304" pitchFamily="18" charset="0"/>
              </a:rPr>
              <a:t>Ministry of Electronics and Information Technology (</a:t>
            </a:r>
            <a:r>
              <a:rPr lang="en-US" dirty="0" err="1">
                <a:latin typeface="Times New Roman" panose="02020603050405020304" pitchFamily="18" charset="0"/>
                <a:cs typeface="Times New Roman" panose="02020603050405020304" pitchFamily="18" charset="0"/>
              </a:rPr>
              <a:t>MeitY</a:t>
            </a:r>
            <a:r>
              <a:rPr lang="en-US" dirty="0">
                <a:latin typeface="Times New Roman" panose="02020603050405020304" pitchFamily="18" charset="0"/>
                <a:cs typeface="Times New Roman" panose="02020603050405020304" pitchFamily="18" charset="0"/>
              </a:rPr>
              <a:t>), Government of India </a:t>
            </a:r>
          </a:p>
          <a:p>
            <a:r>
              <a:rPr lang="en-US" dirty="0">
                <a:latin typeface="Times New Roman" panose="02020603050405020304" pitchFamily="18" charset="0"/>
                <a:cs typeface="Times New Roman" panose="02020603050405020304" pitchFamily="18" charset="0"/>
              </a:rPr>
              <a:t>First Floor, Centre for Brahmaputra Studies, Gauhati University Campus</a:t>
            </a:r>
          </a:p>
          <a:p>
            <a:r>
              <a:rPr lang="en-US" dirty="0" err="1">
                <a:latin typeface="Times New Roman" panose="02020603050405020304" pitchFamily="18" charset="0"/>
                <a:cs typeface="Times New Roman" panose="02020603050405020304" pitchFamily="18" charset="0"/>
              </a:rPr>
              <a:t>Jalukbari</a:t>
            </a:r>
            <a:r>
              <a:rPr lang="en-US" dirty="0">
                <a:latin typeface="Times New Roman" panose="02020603050405020304" pitchFamily="18" charset="0"/>
                <a:cs typeface="Times New Roman" panose="02020603050405020304" pitchFamily="18" charset="0"/>
              </a:rPr>
              <a:t>, Guwahati - 781014, Assam</a:t>
            </a:r>
          </a:p>
          <a:p>
            <a:r>
              <a:rPr lang="en-US" dirty="0">
                <a:latin typeface="Times New Roman" panose="02020603050405020304" pitchFamily="18" charset="0"/>
                <a:cs typeface="Times New Roman" panose="02020603050405020304" pitchFamily="18" charset="0"/>
              </a:rPr>
              <a:t>Website </a:t>
            </a:r>
            <a:r>
              <a:rPr lang="en-US" dirty="0">
                <a:latin typeface="Times New Roman" panose="02020603050405020304" pitchFamily="18" charset="0"/>
                <a:cs typeface="Times New Roman" panose="02020603050405020304" pitchFamily="18" charset="0"/>
                <a:hlinkClick r:id="rId4"/>
              </a:rPr>
              <a:t>https://www.nielit.gov.in/guwahati</a:t>
            </a:r>
            <a:r>
              <a:rPr lang="en-US" dirty="0">
                <a:latin typeface="Times New Roman" panose="02020603050405020304" pitchFamily="18" charset="0"/>
                <a:cs typeface="Times New Roman" panose="02020603050405020304" pitchFamily="18" charset="0"/>
              </a:rPr>
              <a:t> || Email </a:t>
            </a:r>
            <a:r>
              <a:rPr lang="en-US" b="0" i="0" dirty="0">
                <a:solidFill>
                  <a:srgbClr val="444746"/>
                </a:solidFill>
                <a:effectLst/>
                <a:latin typeface="Times New Roman" panose="02020603050405020304" pitchFamily="18" charset="0"/>
                <a:cs typeface="Times New Roman" panose="02020603050405020304" pitchFamily="18" charset="0"/>
                <a:hlinkClick r:id="rId5"/>
              </a:rPr>
              <a:t>nabajyoti.goswami@gmail.com</a:t>
            </a:r>
            <a:r>
              <a:rPr lang="en-US" b="0" i="0" dirty="0">
                <a:solidFill>
                  <a:srgbClr val="444746"/>
                </a:solidFill>
                <a:effectLst/>
                <a:latin typeface="Times New Roman" panose="02020603050405020304" pitchFamily="18" charset="0"/>
                <a:cs typeface="Times New Roman" panose="02020603050405020304" pitchFamily="18" charset="0"/>
              </a:rPr>
              <a:t> </a:t>
            </a:r>
            <a:endParaRPr lang="en-US" dirty="0">
              <a:solidFill>
                <a:srgbClr val="444746"/>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Phone: +91 93654 46383</a:t>
            </a:r>
          </a:p>
        </p:txBody>
      </p:sp>
      <p:sp>
        <p:nvSpPr>
          <p:cNvPr id="35" name="TextBox 34">
            <a:extLst>
              <a:ext uri="{FF2B5EF4-FFF2-40B4-BE49-F238E27FC236}">
                <a16:creationId xmlns:a16="http://schemas.microsoft.com/office/drawing/2014/main" id="{B7EF8BCB-8E32-5676-1EB1-37198B5BFAD1}"/>
              </a:ext>
            </a:extLst>
          </p:cNvPr>
          <p:cNvSpPr txBox="1"/>
          <p:nvPr/>
        </p:nvSpPr>
        <p:spPr>
          <a:xfrm>
            <a:off x="2318916" y="1690904"/>
            <a:ext cx="2808312" cy="769441"/>
          </a:xfrm>
          <a:prstGeom prst="rect">
            <a:avLst/>
          </a:prstGeom>
          <a:noFill/>
        </p:spPr>
        <p:txBody>
          <a:bodyPr wrap="square">
            <a:spAutoFit/>
          </a:bodyPr>
          <a:lstStyle/>
          <a:p>
            <a:pPr marL="0" indent="0">
              <a:buNone/>
            </a:pPr>
            <a:r>
              <a:rPr lang="en-US" sz="4400" b="1" dirty="0"/>
              <a:t>Thank you</a:t>
            </a:r>
            <a:endParaRPr lang="en-US" sz="4400" dirty="0"/>
          </a:p>
        </p:txBody>
      </p:sp>
    </p:spTree>
    <p:extLst>
      <p:ext uri="{BB962C8B-B14F-4D97-AF65-F5344CB8AC3E}">
        <p14:creationId xmlns:p14="http://schemas.microsoft.com/office/powerpoint/2010/main" val="81899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nodeType="withEffect">
                                  <p:stCondLst>
                                    <p:cond delay="0"/>
                                  </p:stCondLst>
                                  <p:childTnLst>
                                    <p:animClr clrSpc="rgb" dir="cw">
                                      <p:cBhvr override="childStyle">
                                        <p:cTn id="6" dur="500" fill="hold"/>
                                        <p:tgtEl>
                                          <p:spTgt spid="28">
                                            <p:txEl>
                                              <p:pRg st="0" end="0"/>
                                            </p:txEl>
                                          </p:spTgt>
                                        </p:tgtEl>
                                        <p:attrNameLst>
                                          <p:attrName>style.color</p:attrName>
                                        </p:attrNameLst>
                                      </p:cBhvr>
                                      <p:to>
                                        <a:schemeClr val="accent2"/>
                                      </p:to>
                                    </p:animClr>
                                    <p:animClr clrSpc="rgb" dir="cw">
                                      <p:cBhvr>
                                        <p:cTn id="7" dur="500" fill="hold"/>
                                        <p:tgtEl>
                                          <p:spTgt spid="28">
                                            <p:txEl>
                                              <p:pRg st="0" end="0"/>
                                            </p:txEl>
                                          </p:spTgt>
                                        </p:tgtEl>
                                        <p:attrNameLst>
                                          <p:attrName>fillcolor</p:attrName>
                                        </p:attrNameLst>
                                      </p:cBhvr>
                                      <p:to>
                                        <a:schemeClr val="accent2"/>
                                      </p:to>
                                    </p:animClr>
                                    <p:set>
                                      <p:cBhvr>
                                        <p:cTn id="8" dur="500" fill="hold"/>
                                        <p:tgtEl>
                                          <p:spTgt spid="28">
                                            <p:txEl>
                                              <p:pRg st="0" end="0"/>
                                            </p:txEl>
                                          </p:spTgt>
                                        </p:tgtEl>
                                        <p:attrNameLst>
                                          <p:attrName>fill.type</p:attrName>
                                        </p:attrNameLst>
                                      </p:cBhvr>
                                      <p:to>
                                        <p:strVal val="solid"/>
                                      </p:to>
                                    </p:set>
                                    <p:set>
                                      <p:cBhvr>
                                        <p:cTn id="9" dur="500" fill="hold"/>
                                        <p:tgtEl>
                                          <p:spTgt spid="28">
                                            <p:txEl>
                                              <p:pRg st="0" end="0"/>
                                            </p:txEl>
                                          </p:spTgt>
                                        </p:tgtEl>
                                        <p:attrNameLst>
                                          <p:attrName>fill.on</p:attrName>
                                        </p:attrNameLst>
                                      </p:cBhvr>
                                      <p:to>
                                        <p:strVal val="true"/>
                                      </p:to>
                                    </p:set>
                                  </p:childTnLst>
                                </p:cTn>
                              </p:par>
                            </p:childTnLst>
                          </p:cTn>
                        </p:par>
                        <p:par>
                          <p:cTn id="10" fill="hold">
                            <p:stCondLst>
                              <p:cond delay="500"/>
                            </p:stCondLst>
                            <p:childTnLst>
                              <p:par>
                                <p:cTn id="11" presetID="63" presetClass="path" presetSubtype="0" accel="50000" decel="50000" fill="hold" grpId="0" nodeType="afterEffect">
                                  <p:stCondLst>
                                    <p:cond delay="0"/>
                                  </p:stCondLst>
                                  <p:childTnLst>
                                    <p:animMotion origin="layout" path="M -2.70257E-6 0.00595 L 0.55328 0.01498 " pathEditMode="relative" rAng="0" ptsTypes="AA">
                                      <p:cBhvr>
                                        <p:cTn id="12" dur="3000" fill="hold"/>
                                        <p:tgtEl>
                                          <p:spTgt spid="35"/>
                                        </p:tgtEl>
                                        <p:attrNameLst>
                                          <p:attrName>ppt_x</p:attrName>
                                          <p:attrName>ppt_y</p:attrName>
                                        </p:attrNameLst>
                                      </p:cBhvr>
                                      <p:rCtr x="27658" y="452"/>
                                    </p:animMotion>
                                  </p:childTnLst>
                                </p:cTn>
                              </p:par>
                            </p:childTnLst>
                          </p:cTn>
                        </p:par>
                        <p:par>
                          <p:cTn id="13" fill="hold">
                            <p:stCondLst>
                              <p:cond delay="3500"/>
                            </p:stCondLst>
                            <p:childTnLst>
                              <p:par>
                                <p:cTn id="14" presetID="35" presetClass="path" presetSubtype="0" accel="50000" decel="50000" fill="hold" grpId="1" nodeType="afterEffect">
                                  <p:stCondLst>
                                    <p:cond delay="0"/>
                                  </p:stCondLst>
                                  <p:childTnLst>
                                    <p:animMotion origin="layout" path="M 0.55328 0.01498 L -0.09455 0.01498 " pathEditMode="relative" rAng="0" ptsTypes="AA">
                                      <p:cBhvr>
                                        <p:cTn id="15" dur="5000" fill="hold"/>
                                        <p:tgtEl>
                                          <p:spTgt spid="35"/>
                                        </p:tgtEl>
                                        <p:attrNameLst>
                                          <p:attrName>ppt_x</p:attrName>
                                          <p:attrName>ppt_y</p:attrName>
                                        </p:attrNameLst>
                                      </p:cBhvr>
                                      <p:rCtr x="-323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5" grpId="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767</TotalTime>
  <Words>2493</Words>
  <Application>Microsoft Office PowerPoint</Application>
  <PresentationFormat>Custom</PresentationFormat>
  <Paragraphs>312</Paragraphs>
  <Slides>118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118</vt:i4>
      </vt:variant>
    </vt:vector>
  </HeadingPairs>
  <TitlesOfParts>
    <vt:vector size="124" baseType="lpstr">
      <vt:lpstr>Arial</vt:lpstr>
      <vt:lpstr>Bahnschrift Condensed</vt:lpstr>
      <vt:lpstr>Calibri</vt:lpstr>
      <vt:lpstr>Times New Roman</vt:lpstr>
      <vt:lpstr>Wingdings</vt:lpstr>
      <vt:lpstr>Office Theme</vt:lpstr>
      <vt:lpstr>TUTORIAL Molecular Docking Using Autodock4</vt:lpstr>
      <vt:lpstr>Separating Molecules from Their Complexes</vt:lpstr>
      <vt:lpstr>PowerPoint Presentation</vt:lpstr>
      <vt:lpstr>Separating Molecules from Their Complexes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Separating Molecules from Their Complexes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Docking by AutoDock Pre-requisites</vt:lpstr>
      <vt:lpstr>Receptor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Ligand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Grid Parameter File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Running Autogrid</vt:lpstr>
      <vt:lpstr>PowerPoint Presentation</vt:lpstr>
      <vt:lpstr>PowerPoint Presentation</vt:lpstr>
      <vt:lpstr>Docking Parameter File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Running Autodock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Analysis</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Separating Molecules from Their Complexes</dc:title>
  <dc:creator>Hewlett-Packard Company</dc:creator>
  <cp:lastModifiedBy>Nabajyoti Goswami</cp:lastModifiedBy>
  <cp:revision>82</cp:revision>
  <dcterms:created xsi:type="dcterms:W3CDTF">2016-11-11T10:09:18Z</dcterms:created>
  <dcterms:modified xsi:type="dcterms:W3CDTF">2026-07-22T18:09:15Z</dcterms:modified>
</cp:coreProperties>
</file>